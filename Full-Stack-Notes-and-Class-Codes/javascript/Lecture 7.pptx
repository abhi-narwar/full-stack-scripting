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147472878" r:id="rId2"/>
    <p:sldId id="2147472879" r:id="rId3"/>
    <p:sldId id="2147472880" r:id="rId4"/>
    <p:sldId id="2147472882" r:id="rId5"/>
    <p:sldId id="2147472883" r:id="rId6"/>
    <p:sldId id="2147472884" r:id="rId7"/>
    <p:sldId id="2147472885" r:id="rId8"/>
    <p:sldId id="2147472886" r:id="rId9"/>
    <p:sldId id="2147472887" r:id="rId10"/>
    <p:sldId id="214747288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2260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12618B-086F-4564-AD0F-8BDE738A9414}" v="55" dt="2025-11-11T17:58:12.2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orient="horz" pos="22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urav Chauhan" userId="bc59c218e3e1523e" providerId="LiveId" clId="{98C990A7-2917-4BC7-8DB5-839CFEDE3EB6}"/>
    <pc:docChg chg="undo custSel addSld delSld modSld">
      <pc:chgData name="Saurav Chauhan" userId="bc59c218e3e1523e" providerId="LiveId" clId="{98C990A7-2917-4BC7-8DB5-839CFEDE3EB6}" dt="2025-11-11T18:01:20.014" v="773"/>
      <pc:docMkLst>
        <pc:docMk/>
      </pc:docMkLst>
      <pc:sldChg chg="addSp modSp mod">
        <pc:chgData name="Saurav Chauhan" userId="bc59c218e3e1523e" providerId="LiveId" clId="{98C990A7-2917-4BC7-8DB5-839CFEDE3EB6}" dt="2025-11-11T17:35:40.978" v="57" actId="20577"/>
        <pc:sldMkLst>
          <pc:docMk/>
          <pc:sldMk cId="4250947551" sldId="2147472878"/>
        </pc:sldMkLst>
        <pc:spChg chg="mod">
          <ac:chgData name="Saurav Chauhan" userId="bc59c218e3e1523e" providerId="LiveId" clId="{98C990A7-2917-4BC7-8DB5-839CFEDE3EB6}" dt="2025-11-11T17:35:40.978" v="57" actId="20577"/>
          <ac:spMkLst>
            <pc:docMk/>
            <pc:sldMk cId="4250947551" sldId="2147472878"/>
            <ac:spMk id="5" creationId="{680A2213-9191-FA18-A9D2-8F712EE7D87D}"/>
          </ac:spMkLst>
        </pc:spChg>
        <pc:graphicFrameChg chg="add mod">
          <ac:chgData name="Saurav Chauhan" userId="bc59c218e3e1523e" providerId="LiveId" clId="{98C990A7-2917-4BC7-8DB5-839CFEDE3EB6}" dt="2025-11-11T17:35:20.510" v="1"/>
          <ac:graphicFrameMkLst>
            <pc:docMk/>
            <pc:sldMk cId="4250947551" sldId="2147472878"/>
            <ac:graphicFrameMk id="2" creationId="{2FF7AFA2-9047-B963-674D-C51C0064C33D}"/>
          </ac:graphicFrameMkLst>
        </pc:graphicFrameChg>
      </pc:sldChg>
      <pc:sldChg chg="addSp delSp modSp mod">
        <pc:chgData name="Saurav Chauhan" userId="bc59c218e3e1523e" providerId="LiveId" clId="{98C990A7-2917-4BC7-8DB5-839CFEDE3EB6}" dt="2025-11-11T17:38:09.922" v="86" actId="12"/>
        <pc:sldMkLst>
          <pc:docMk/>
          <pc:sldMk cId="716685192" sldId="2147472879"/>
        </pc:sldMkLst>
        <pc:spChg chg="add mod">
          <ac:chgData name="Saurav Chauhan" userId="bc59c218e3e1523e" providerId="LiveId" clId="{98C990A7-2917-4BC7-8DB5-839CFEDE3EB6}" dt="2025-11-11T17:38:09.922" v="86" actId="12"/>
          <ac:spMkLst>
            <pc:docMk/>
            <pc:sldMk cId="716685192" sldId="2147472879"/>
            <ac:spMk id="4" creationId="{1B4CAC7E-437C-6764-4443-329090916521}"/>
          </ac:spMkLst>
        </pc:spChg>
        <pc:spChg chg="del mod">
          <ac:chgData name="Saurav Chauhan" userId="bc59c218e3e1523e" providerId="LiveId" clId="{98C990A7-2917-4BC7-8DB5-839CFEDE3EB6}" dt="2025-11-11T17:35:48.960" v="60"/>
          <ac:spMkLst>
            <pc:docMk/>
            <pc:sldMk cId="716685192" sldId="2147472879"/>
            <ac:spMk id="5" creationId="{7131B130-EA7C-5D2F-ADFE-20E09D049E20}"/>
          </ac:spMkLst>
        </pc:spChg>
        <pc:spChg chg="add">
          <ac:chgData name="Saurav Chauhan" userId="bc59c218e3e1523e" providerId="LiveId" clId="{98C990A7-2917-4BC7-8DB5-839CFEDE3EB6}" dt="2025-11-11T17:37:07.495" v="75"/>
          <ac:spMkLst>
            <pc:docMk/>
            <pc:sldMk cId="716685192" sldId="2147472879"/>
            <ac:spMk id="6" creationId="{D8C1BDAA-F73D-188E-87D7-8CB136E59A9E}"/>
          </ac:spMkLst>
        </pc:spChg>
        <pc:spChg chg="add">
          <ac:chgData name="Saurav Chauhan" userId="bc59c218e3e1523e" providerId="LiveId" clId="{98C990A7-2917-4BC7-8DB5-839CFEDE3EB6}" dt="2025-11-11T17:37:11.676" v="76"/>
          <ac:spMkLst>
            <pc:docMk/>
            <pc:sldMk cId="716685192" sldId="2147472879"/>
            <ac:spMk id="7" creationId="{9A2BE1D5-1AB3-3DA8-7CCB-9429B6154CA1}"/>
          </ac:spMkLst>
        </pc:spChg>
      </pc:sldChg>
      <pc:sldChg chg="addSp modSp add mod">
        <pc:chgData name="Saurav Chauhan" userId="bc59c218e3e1523e" providerId="LiveId" clId="{98C990A7-2917-4BC7-8DB5-839CFEDE3EB6}" dt="2025-11-11T17:43:09.127" v="139" actId="113"/>
        <pc:sldMkLst>
          <pc:docMk/>
          <pc:sldMk cId="482332529" sldId="2147472880"/>
        </pc:sldMkLst>
        <pc:spChg chg="add">
          <ac:chgData name="Saurav Chauhan" userId="bc59c218e3e1523e" providerId="LiveId" clId="{98C990A7-2917-4BC7-8DB5-839CFEDE3EB6}" dt="2025-11-11T17:41:36.091" v="120"/>
          <ac:spMkLst>
            <pc:docMk/>
            <pc:sldMk cId="482332529" sldId="2147472880"/>
            <ac:spMk id="2" creationId="{3A1E87A6-7C27-1FA5-E118-EBB0DD0BCFBA}"/>
          </ac:spMkLst>
        </pc:spChg>
        <pc:spChg chg="mod">
          <ac:chgData name="Saurav Chauhan" userId="bc59c218e3e1523e" providerId="LiveId" clId="{98C990A7-2917-4BC7-8DB5-839CFEDE3EB6}" dt="2025-11-11T17:43:09.127" v="139" actId="113"/>
          <ac:spMkLst>
            <pc:docMk/>
            <pc:sldMk cId="482332529" sldId="2147472880"/>
            <ac:spMk id="4" creationId="{9ED85D9A-5182-649A-763C-871AF83C8984}"/>
          </ac:spMkLst>
        </pc:spChg>
      </pc:sldChg>
      <pc:sldChg chg="modSp del mod">
        <pc:chgData name="Saurav Chauhan" userId="bc59c218e3e1523e" providerId="LiveId" clId="{98C990A7-2917-4BC7-8DB5-839CFEDE3EB6}" dt="2025-11-11T17:36:02.025" v="62" actId="2696"/>
        <pc:sldMkLst>
          <pc:docMk/>
          <pc:sldMk cId="590179096" sldId="2147472880"/>
        </pc:sldMkLst>
        <pc:graphicFrameChg chg="modGraphic">
          <ac:chgData name="Saurav Chauhan" userId="bc59c218e3e1523e" providerId="LiveId" clId="{98C990A7-2917-4BC7-8DB5-839CFEDE3EB6}" dt="2025-11-11T17:35:55.694" v="61" actId="2164"/>
          <ac:graphicFrameMkLst>
            <pc:docMk/>
            <pc:sldMk cId="590179096" sldId="2147472880"/>
            <ac:graphicFrameMk id="6" creationId="{4F325000-138C-16EF-B633-DD080646EB3B}"/>
          </ac:graphicFrameMkLst>
        </pc:graphicFrameChg>
      </pc:sldChg>
      <pc:sldChg chg="addSp modSp add mod">
        <pc:chgData name="Saurav Chauhan" userId="bc59c218e3e1523e" providerId="LiveId" clId="{98C990A7-2917-4BC7-8DB5-839CFEDE3EB6}" dt="2025-11-11T17:44:55.522" v="146"/>
        <pc:sldMkLst>
          <pc:docMk/>
          <pc:sldMk cId="2223376782" sldId="2147472881"/>
        </pc:sldMkLst>
        <pc:spChg chg="mod">
          <ac:chgData name="Saurav Chauhan" userId="bc59c218e3e1523e" providerId="LiveId" clId="{98C990A7-2917-4BC7-8DB5-839CFEDE3EB6}" dt="2025-11-11T17:44:55.522" v="146"/>
          <ac:spMkLst>
            <pc:docMk/>
            <pc:sldMk cId="2223376782" sldId="2147472881"/>
            <ac:spMk id="3" creationId="{91B1727E-8A56-6198-D890-BF9A67ABE44F}"/>
          </ac:spMkLst>
        </pc:spChg>
        <pc:spChg chg="mod">
          <ac:chgData name="Saurav Chauhan" userId="bc59c218e3e1523e" providerId="LiveId" clId="{98C990A7-2917-4BC7-8DB5-839CFEDE3EB6}" dt="2025-11-11T17:44:15.756" v="141" actId="20577"/>
          <ac:spMkLst>
            <pc:docMk/>
            <pc:sldMk cId="2223376782" sldId="2147472881"/>
            <ac:spMk id="4" creationId="{F27466CD-40EE-67B7-E8CE-D5542B50E584}"/>
          </ac:spMkLst>
        </pc:spChg>
        <pc:graphicFrameChg chg="add mod modGraphic">
          <ac:chgData name="Saurav Chauhan" userId="bc59c218e3e1523e" providerId="LiveId" clId="{98C990A7-2917-4BC7-8DB5-839CFEDE3EB6}" dt="2025-11-11T17:44:35.693" v="145" actId="14100"/>
          <ac:graphicFrameMkLst>
            <pc:docMk/>
            <pc:sldMk cId="2223376782" sldId="2147472881"/>
            <ac:graphicFrameMk id="2" creationId="{4F2A3420-0251-404F-4ECD-A270701C98F0}"/>
          </ac:graphicFrameMkLst>
        </pc:graphicFrameChg>
      </pc:sldChg>
      <pc:sldChg chg="del">
        <pc:chgData name="Saurav Chauhan" userId="bc59c218e3e1523e" providerId="LiveId" clId="{98C990A7-2917-4BC7-8DB5-839CFEDE3EB6}" dt="2025-11-11T17:36:05.483" v="63" actId="2696"/>
        <pc:sldMkLst>
          <pc:docMk/>
          <pc:sldMk cId="2769999948" sldId="2147472881"/>
        </pc:sldMkLst>
      </pc:sldChg>
      <pc:sldChg chg="addSp delSp modSp add mod">
        <pc:chgData name="Saurav Chauhan" userId="bc59c218e3e1523e" providerId="LiveId" clId="{98C990A7-2917-4BC7-8DB5-839CFEDE3EB6}" dt="2025-11-11T17:51:56.455" v="333"/>
        <pc:sldMkLst>
          <pc:docMk/>
          <pc:sldMk cId="2055761243" sldId="2147472882"/>
        </pc:sldMkLst>
        <pc:spChg chg="add del mod">
          <ac:chgData name="Saurav Chauhan" userId="bc59c218e3e1523e" providerId="LiveId" clId="{98C990A7-2917-4BC7-8DB5-839CFEDE3EB6}" dt="2025-11-11T17:51:56.455" v="333"/>
          <ac:spMkLst>
            <pc:docMk/>
            <pc:sldMk cId="2055761243" sldId="2147472882"/>
            <ac:spMk id="2" creationId="{D9EA99F3-5535-ABC6-A4CB-FC14D3500A62}"/>
          </ac:spMkLst>
        </pc:spChg>
        <pc:spChg chg="mod">
          <ac:chgData name="Saurav Chauhan" userId="bc59c218e3e1523e" providerId="LiveId" clId="{98C990A7-2917-4BC7-8DB5-839CFEDE3EB6}" dt="2025-11-11T17:45:50.514" v="148"/>
          <ac:spMkLst>
            <pc:docMk/>
            <pc:sldMk cId="2055761243" sldId="2147472882"/>
            <ac:spMk id="3" creationId="{083EF683-9263-4527-0872-C434BF1B9847}"/>
          </ac:spMkLst>
        </pc:spChg>
        <pc:spChg chg="add del mod">
          <ac:chgData name="Saurav Chauhan" userId="bc59c218e3e1523e" providerId="LiveId" clId="{98C990A7-2917-4BC7-8DB5-839CFEDE3EB6}" dt="2025-11-11T17:48:25.243" v="219" actId="20577"/>
          <ac:spMkLst>
            <pc:docMk/>
            <pc:sldMk cId="2055761243" sldId="2147472882"/>
            <ac:spMk id="4" creationId="{F754C60D-9149-82AF-09E5-3975BD221C5E}"/>
          </ac:spMkLst>
        </pc:spChg>
      </pc:sldChg>
      <pc:sldChg chg="addSp delSp modSp add mod">
        <pc:chgData name="Saurav Chauhan" userId="bc59c218e3e1523e" providerId="LiveId" clId="{98C990A7-2917-4BC7-8DB5-839CFEDE3EB6}" dt="2025-11-11T17:52:33.425" v="337"/>
        <pc:sldMkLst>
          <pc:docMk/>
          <pc:sldMk cId="3137274875" sldId="2147472883"/>
        </pc:sldMkLst>
        <pc:spChg chg="del mod">
          <ac:chgData name="Saurav Chauhan" userId="bc59c218e3e1523e" providerId="LiveId" clId="{98C990A7-2917-4BC7-8DB5-839CFEDE3EB6}" dt="2025-11-11T17:51:32.989" v="317"/>
          <ac:spMkLst>
            <pc:docMk/>
            <pc:sldMk cId="3137274875" sldId="2147472883"/>
            <ac:spMk id="2" creationId="{3EC98076-32D1-76F3-F72D-E95DE3FF7B5A}"/>
          </ac:spMkLst>
        </pc:spChg>
        <pc:spChg chg="mod">
          <ac:chgData name="Saurav Chauhan" userId="bc59c218e3e1523e" providerId="LiveId" clId="{98C990A7-2917-4BC7-8DB5-839CFEDE3EB6}" dt="2025-11-11T17:48:52.295" v="221"/>
          <ac:spMkLst>
            <pc:docMk/>
            <pc:sldMk cId="3137274875" sldId="2147472883"/>
            <ac:spMk id="3" creationId="{CDB51223-6C30-0150-EC19-264AC58EE0CD}"/>
          </ac:spMkLst>
        </pc:spChg>
        <pc:spChg chg="add del mod">
          <ac:chgData name="Saurav Chauhan" userId="bc59c218e3e1523e" providerId="LiveId" clId="{98C990A7-2917-4BC7-8DB5-839CFEDE3EB6}" dt="2025-11-11T17:52:33.425" v="337"/>
          <ac:spMkLst>
            <pc:docMk/>
            <pc:sldMk cId="3137274875" sldId="2147472883"/>
            <ac:spMk id="4" creationId="{A3022A39-DCE2-96BC-6271-B8C091979598}"/>
          </ac:spMkLst>
        </pc:spChg>
        <pc:spChg chg="add del mod">
          <ac:chgData name="Saurav Chauhan" userId="bc59c218e3e1523e" providerId="LiveId" clId="{98C990A7-2917-4BC7-8DB5-839CFEDE3EB6}" dt="2025-11-11T17:51:19.028" v="309"/>
          <ac:spMkLst>
            <pc:docMk/>
            <pc:sldMk cId="3137274875" sldId="2147472883"/>
            <ac:spMk id="5" creationId="{29FF52E7-590F-E250-F8D1-3B4D9E745D40}"/>
          </ac:spMkLst>
        </pc:spChg>
      </pc:sldChg>
      <pc:sldChg chg="modSp add mod">
        <pc:chgData name="Saurav Chauhan" userId="bc59c218e3e1523e" providerId="LiveId" clId="{98C990A7-2917-4BC7-8DB5-839CFEDE3EB6}" dt="2025-11-11T17:54:29.370" v="424"/>
        <pc:sldMkLst>
          <pc:docMk/>
          <pc:sldMk cId="2563208945" sldId="2147472884"/>
        </pc:sldMkLst>
        <pc:spChg chg="mod">
          <ac:chgData name="Saurav Chauhan" userId="bc59c218e3e1523e" providerId="LiveId" clId="{98C990A7-2917-4BC7-8DB5-839CFEDE3EB6}" dt="2025-11-11T17:52:57.329" v="339"/>
          <ac:spMkLst>
            <pc:docMk/>
            <pc:sldMk cId="2563208945" sldId="2147472884"/>
            <ac:spMk id="3" creationId="{F9401F15-63CC-6024-5543-93EB83C38D7D}"/>
          </ac:spMkLst>
        </pc:spChg>
        <pc:spChg chg="mod">
          <ac:chgData name="Saurav Chauhan" userId="bc59c218e3e1523e" providerId="LiveId" clId="{98C990A7-2917-4BC7-8DB5-839CFEDE3EB6}" dt="2025-11-11T17:54:29.370" v="424"/>
          <ac:spMkLst>
            <pc:docMk/>
            <pc:sldMk cId="2563208945" sldId="2147472884"/>
            <ac:spMk id="4" creationId="{68C239E5-CA88-8738-F8D6-76DFB8A70503}"/>
          </ac:spMkLst>
        </pc:spChg>
      </pc:sldChg>
      <pc:sldChg chg="modSp add mod">
        <pc:chgData name="Saurav Chauhan" userId="bc59c218e3e1523e" providerId="LiveId" clId="{98C990A7-2917-4BC7-8DB5-839CFEDE3EB6}" dt="2025-11-11T17:56:24.920" v="439"/>
        <pc:sldMkLst>
          <pc:docMk/>
          <pc:sldMk cId="1963902447" sldId="2147472885"/>
        </pc:sldMkLst>
        <pc:spChg chg="mod">
          <ac:chgData name="Saurav Chauhan" userId="bc59c218e3e1523e" providerId="LiveId" clId="{98C990A7-2917-4BC7-8DB5-839CFEDE3EB6}" dt="2025-11-11T17:55:22.807" v="426"/>
          <ac:spMkLst>
            <pc:docMk/>
            <pc:sldMk cId="1963902447" sldId="2147472885"/>
            <ac:spMk id="3" creationId="{39BAAA94-4ABF-6190-F707-37C85080229D}"/>
          </ac:spMkLst>
        </pc:spChg>
        <pc:spChg chg="mod">
          <ac:chgData name="Saurav Chauhan" userId="bc59c218e3e1523e" providerId="LiveId" clId="{98C990A7-2917-4BC7-8DB5-839CFEDE3EB6}" dt="2025-11-11T17:56:24.920" v="439"/>
          <ac:spMkLst>
            <pc:docMk/>
            <pc:sldMk cId="1963902447" sldId="2147472885"/>
            <ac:spMk id="4" creationId="{C5DE72BF-E565-0D9E-7E25-4738ECADB64C}"/>
          </ac:spMkLst>
        </pc:spChg>
      </pc:sldChg>
      <pc:sldChg chg="modSp add mod">
        <pc:chgData name="Saurav Chauhan" userId="bc59c218e3e1523e" providerId="LiveId" clId="{98C990A7-2917-4BC7-8DB5-839CFEDE3EB6}" dt="2025-11-11T17:58:12.226" v="477"/>
        <pc:sldMkLst>
          <pc:docMk/>
          <pc:sldMk cId="2747999973" sldId="2147472886"/>
        </pc:sldMkLst>
        <pc:spChg chg="mod">
          <ac:chgData name="Saurav Chauhan" userId="bc59c218e3e1523e" providerId="LiveId" clId="{98C990A7-2917-4BC7-8DB5-839CFEDE3EB6}" dt="2025-11-11T17:57:09.261" v="465"/>
          <ac:spMkLst>
            <pc:docMk/>
            <pc:sldMk cId="2747999973" sldId="2147472886"/>
            <ac:spMk id="3" creationId="{2387630C-7169-B51B-2150-FC682EBBE43D}"/>
          </ac:spMkLst>
        </pc:spChg>
        <pc:spChg chg="mod">
          <ac:chgData name="Saurav Chauhan" userId="bc59c218e3e1523e" providerId="LiveId" clId="{98C990A7-2917-4BC7-8DB5-839CFEDE3EB6}" dt="2025-11-11T17:58:12.226" v="477"/>
          <ac:spMkLst>
            <pc:docMk/>
            <pc:sldMk cId="2747999973" sldId="2147472886"/>
            <ac:spMk id="4" creationId="{9C7CDE6D-B016-168A-3120-A7357FE32A6D}"/>
          </ac:spMkLst>
        </pc:spChg>
      </pc:sldChg>
      <pc:sldChg chg="delSp modSp add mod">
        <pc:chgData name="Saurav Chauhan" userId="bc59c218e3e1523e" providerId="LiveId" clId="{98C990A7-2917-4BC7-8DB5-839CFEDE3EB6}" dt="2025-11-11T18:01:20.014" v="773"/>
        <pc:sldMkLst>
          <pc:docMk/>
          <pc:sldMk cId="592932389" sldId="2147472887"/>
        </pc:sldMkLst>
        <pc:spChg chg="del mod">
          <ac:chgData name="Saurav Chauhan" userId="bc59c218e3e1523e" providerId="LiveId" clId="{98C990A7-2917-4BC7-8DB5-839CFEDE3EB6}" dt="2025-11-11T18:01:20.014" v="773"/>
          <ac:spMkLst>
            <pc:docMk/>
            <pc:sldMk cId="592932389" sldId="2147472887"/>
            <ac:spMk id="3" creationId="{FAC2D22B-2F57-C9EC-1E05-E11EB55DDD34}"/>
          </ac:spMkLst>
        </pc:spChg>
        <pc:spChg chg="mod">
          <ac:chgData name="Saurav Chauhan" userId="bc59c218e3e1523e" providerId="LiveId" clId="{98C990A7-2917-4BC7-8DB5-839CFEDE3EB6}" dt="2025-11-11T18:01:18.832" v="771" actId="20577"/>
          <ac:spMkLst>
            <pc:docMk/>
            <pc:sldMk cId="592932389" sldId="2147472887"/>
            <ac:spMk id="4" creationId="{B684EE51-87EE-4EF8-EC04-A1E96F349F2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0990D-BEE7-428F-BEA7-CD132BB126CB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3E916-9206-4359-A5EC-4DC511DE9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19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1B442-9600-58A6-083C-FEAF89FA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367D5-41DC-FF60-847F-17B75FF6C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3BB34-556E-0966-6F92-343A2AC25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DDED5-CD05-6E65-1985-D622F59D8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8FDCA-3B05-FA1B-062B-D23F7C93F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07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716F-7201-0CB5-B8AB-EFDCA83F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F5C2C-AD2D-3C26-9B54-DDA497A81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8E6A1-12C1-7C20-9B2B-65639F0D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E0D12-0E22-0FB7-1391-492751A5B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111FD-D7C0-F51C-9805-08AEB4C73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3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03BE3-659C-CD66-BCA4-9E0A8AEFC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CCA4C-AFBF-AB79-CDC0-9D7CD3360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20718-294B-4182-26D4-6EF5DC261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1E70B-566B-5FFC-CF93-C50D0693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91533-A6F2-7B20-6B2A-51208DA29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38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20CA-CA81-5391-DBDC-37D39E907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5DF10-60AA-6CBD-D262-0286E3CF5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78AE9-E06C-B75C-4C7A-CAF21E825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6C3E8-63CF-0ADA-76DC-0ADB1C1AA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92FC2-7DFD-7FBA-DD89-B2236764E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998A7-8965-2228-1304-FF77A6A7C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830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94D3-791D-C891-471C-79EB71D67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B38BE-7CEB-05E7-809D-AB1714823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EE680-0624-BF11-7E4E-C78412D02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042697-CE99-B4AF-24CF-BDB1CE42E7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091B4-0D12-EC55-7F77-3C8359AE7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012F8D-6B04-FCBF-10DF-33FA531E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77E168-5B1B-3EC2-3498-1CE3F60E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753F28-FAE5-8422-A041-BCB86185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338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6749-CC26-6235-01AC-44881211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16E708-0854-F520-80EC-2941A4F1C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04F4D-0A54-103E-12BE-C420D71D2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56405-5921-2191-F877-D4F95A11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392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A82B95-8AE6-1067-D102-C7C843E3B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EB5CA8-122D-50B8-9376-77C3FB8F1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49215-2E39-61B5-66AF-4A7C18F31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996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6169-B55A-F156-7A53-712C909DA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10D9-5ED6-258C-9F23-7119F60D0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DAC52-984A-7958-BB57-C528177E4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D48AD-271A-E5B9-9733-EA2DFBACF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49782-4D31-F8F3-D2A6-89627CAA8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2C30F-9999-DC12-5922-D9C3CD430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912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3B51-1F8D-1A06-067E-A3A0C7F08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290E75-A00D-547F-C47B-9E582F427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1BBA9-859E-55CA-7EFB-8AA65EFF3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FC35F-AD5E-6693-80D4-8D6C2C3B9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97E06-BF9A-A5E9-3CF6-734A85607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CAE4C-9D46-7D8B-8A82-F05776F18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072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617D8-E625-A649-4103-CB6BE3C23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0F85F-006C-0F23-3CF0-D408E8DEF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156EB-1553-6534-93E7-6C12019D3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0FE81-665C-0E1F-8D03-825ECDD77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C882C-61C6-DF94-5DFA-DB18C5671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20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2C739E-F6FA-8D18-8930-B4FA8BD00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AE97F-0C61-37D7-EF29-9962B3C5C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7168-4B40-C3D8-6697-8CF6A2A01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0AE27-A8C0-8242-EAE3-A0AE6D100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7364D-0A4F-C89E-73CD-43D9452D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404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76DAD-1FC4-CCB8-53E6-A84C007F4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3D253-F1F9-89E3-E3D7-4575EEBC9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8AFA3-748A-E9EE-E51E-D8E82AEF0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81072-5C7B-4C40-8165-76D9C36DE56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17BA2-5D7C-F3B5-E4E0-B575D1F31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6C372-1016-6DEC-B705-388795BE9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664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0A2213-9191-FA18-A9D2-8F712EE7D87D}"/>
              </a:ext>
            </a:extLst>
          </p:cNvPr>
          <p:cNvSpPr txBox="1"/>
          <p:nvPr/>
        </p:nvSpPr>
        <p:spPr>
          <a:xfrm>
            <a:off x="574978" y="1085486"/>
            <a:ext cx="10798514" cy="3040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25000"/>
              </a:lnSpc>
              <a:buNone/>
            </a:pPr>
            <a:r>
              <a:rPr lang="en-US" sz="6000" b="0" i="0" u="none" strike="noStrike" dirty="0">
                <a:solidFill>
                  <a:srgbClr val="262626"/>
                </a:solidFill>
                <a:effectLst/>
                <a:latin typeface="Bahnschrift SemiBold SemiConden" panose="020B0502040204020203" pitchFamily="34" charset="0"/>
              </a:rPr>
              <a:t>Lecture-</a:t>
            </a:r>
            <a:r>
              <a:rPr lang="en-US" sz="6000" dirty="0">
                <a:solidFill>
                  <a:srgbClr val="262626"/>
                </a:solidFill>
                <a:latin typeface="Bahnschrift SemiBold SemiConden" panose="020B0502040204020203" pitchFamily="34" charset="0"/>
              </a:rPr>
              <a:t>8</a:t>
            </a:r>
            <a:endParaRPr lang="en-US" sz="2000" b="0" dirty="0">
              <a:effectLst/>
              <a:latin typeface="Bahnschrift SemiBold SemiConden" panose="020B0502040204020203" pitchFamily="34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3200" b="1" dirty="0">
                <a:latin typeface="Bahnschrift SemiBold SemiConden" panose="020B0502040204020203" pitchFamily="34" charset="0"/>
              </a:rPr>
              <a:t>JavaScript</a:t>
            </a:r>
          </a:p>
          <a:p>
            <a:pPr>
              <a:lnSpc>
                <a:spcPct val="125000"/>
              </a:lnSpc>
              <a:buNone/>
            </a:pPr>
            <a:r>
              <a:rPr lang="en-US" sz="3200" b="1" dirty="0">
                <a:latin typeface="Bahnschrift SemiBold SemiConden" panose="020B0502040204020203" pitchFamily="34" charset="0"/>
              </a:rPr>
              <a:t>Regular Expression</a:t>
            </a:r>
            <a:endParaRPr lang="en-IN" sz="3200" dirty="0"/>
          </a:p>
          <a:p>
            <a:pPr>
              <a:lnSpc>
                <a:spcPct val="125000"/>
              </a:lnSpc>
              <a:buNone/>
            </a:pPr>
            <a:endParaRPr lang="en-US" sz="3200" b="1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94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8331EE-31FE-4423-D9BE-3686C038220E}"/>
              </a:ext>
            </a:extLst>
          </p:cNvPr>
          <p:cNvSpPr txBox="1"/>
          <p:nvPr/>
        </p:nvSpPr>
        <p:spPr>
          <a:xfrm>
            <a:off x="2045110" y="2676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CAC7E-437C-6764-4443-329090916521}"/>
              </a:ext>
            </a:extLst>
          </p:cNvPr>
          <p:cNvSpPr txBox="1"/>
          <p:nvPr/>
        </p:nvSpPr>
        <p:spPr>
          <a:xfrm>
            <a:off x="963561" y="1150826"/>
            <a:ext cx="103435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Regular Expression (</a:t>
            </a:r>
            <a:r>
              <a:rPr lang="en-US" b="1" dirty="0" err="1"/>
              <a:t>RegEx</a:t>
            </a:r>
            <a:r>
              <a:rPr lang="en-US" b="1" dirty="0"/>
              <a:t>)</a:t>
            </a:r>
            <a:r>
              <a:rPr lang="en-US" dirty="0"/>
              <a:t> is a </a:t>
            </a:r>
            <a:r>
              <a:rPr lang="en-US" b="1" dirty="0"/>
              <a:t>powerful text-processing tool</a:t>
            </a:r>
            <a:r>
              <a:rPr lang="en-US" dirty="0"/>
              <a:t> that defines a </a:t>
            </a:r>
            <a:r>
              <a:rPr lang="en-US" i="1" dirty="0"/>
              <a:t>pattern</a:t>
            </a:r>
            <a:r>
              <a:rPr lang="en-US" dirty="0"/>
              <a:t> used to </a:t>
            </a:r>
            <a:r>
              <a:rPr lang="en-US" b="1" dirty="0"/>
              <a:t>match, search, validate, extract, or replace</a:t>
            </a:r>
            <a:r>
              <a:rPr lang="en-US" dirty="0"/>
              <a:t> strings based on specific criteria.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b="1" dirty="0"/>
              <a:t>Uses: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Form Validation (Email, Phone, Password)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Log File Analysis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Searching for Keywords in Text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Extracting Numbers or Words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Data Cleaning (Remove Extra Spaces, Symbols)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16685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0E3F5-F77B-F601-12D8-A6C915D7B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A934F9-8F83-1623-B653-5299F6BA8470}"/>
              </a:ext>
            </a:extLst>
          </p:cNvPr>
          <p:cNvSpPr txBox="1"/>
          <p:nvPr/>
        </p:nvSpPr>
        <p:spPr>
          <a:xfrm>
            <a:off x="2045110" y="2676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D85D9A-5182-649A-763C-871AF83C8984}"/>
              </a:ext>
            </a:extLst>
          </p:cNvPr>
          <p:cNvSpPr txBox="1"/>
          <p:nvPr/>
        </p:nvSpPr>
        <p:spPr>
          <a:xfrm>
            <a:off x="963561" y="1150826"/>
            <a:ext cx="1034353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Creating a Regular Expression</a:t>
            </a:r>
          </a:p>
          <a:p>
            <a:endParaRPr lang="en-IN" b="1" dirty="0"/>
          </a:p>
          <a:p>
            <a:r>
              <a:rPr lang="en-IN" b="1" dirty="0"/>
              <a:t>Two Ways: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Using Literal Notation:</a:t>
            </a:r>
          </a:p>
          <a:p>
            <a:r>
              <a:rPr lang="en-IN" b="1" dirty="0"/>
              <a:t>let pattern = /hello/;</a:t>
            </a:r>
          </a:p>
          <a:p>
            <a:r>
              <a:rPr lang="en-IN" b="1" dirty="0"/>
              <a:t>---</a:t>
            </a:r>
            <a:r>
              <a:rPr lang="en-US" dirty="0"/>
              <a:t>Automatically compiled when the script is loaded (better performance)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Using </a:t>
            </a:r>
            <a:r>
              <a:rPr lang="en-IN" dirty="0" err="1"/>
              <a:t>RegExp</a:t>
            </a:r>
            <a:r>
              <a:rPr lang="en-IN" dirty="0"/>
              <a:t> Constructor</a:t>
            </a:r>
          </a:p>
          <a:p>
            <a:r>
              <a:rPr lang="en-US" b="1" dirty="0"/>
              <a:t>let </a:t>
            </a:r>
            <a:r>
              <a:rPr lang="en-US" b="1" dirty="0" err="1"/>
              <a:t>patternConstructor</a:t>
            </a:r>
            <a:r>
              <a:rPr lang="en-US" b="1" dirty="0"/>
              <a:t> = new </a:t>
            </a:r>
            <a:r>
              <a:rPr lang="en-US" b="1" dirty="0" err="1"/>
              <a:t>RegExp</a:t>
            </a:r>
            <a:r>
              <a:rPr lang="en-US" b="1" dirty="0"/>
              <a:t>("hello");</a:t>
            </a:r>
          </a:p>
          <a:p>
            <a:r>
              <a:rPr lang="en-IN" b="1" dirty="0"/>
              <a:t>--</a:t>
            </a:r>
            <a:r>
              <a:rPr lang="en-US" dirty="0"/>
              <a:t>Useful when patterns are dynamically created from variables.</a:t>
            </a:r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82332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872024-63E3-C6F6-34E7-9061B0E63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3EF683-9263-4527-0872-C434BF1B9847}"/>
              </a:ext>
            </a:extLst>
          </p:cNvPr>
          <p:cNvSpPr txBox="1"/>
          <p:nvPr/>
        </p:nvSpPr>
        <p:spPr>
          <a:xfrm>
            <a:off x="2045110" y="2676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Email Validation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54C60D-9149-82AF-09E5-3975BD221C5E}"/>
              </a:ext>
            </a:extLst>
          </p:cNvPr>
          <p:cNvSpPr txBox="1"/>
          <p:nvPr/>
        </p:nvSpPr>
        <p:spPr>
          <a:xfrm>
            <a:off x="963561" y="1150826"/>
            <a:ext cx="103435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let </a:t>
            </a:r>
            <a:r>
              <a:rPr lang="en-US" b="1" dirty="0" err="1"/>
              <a:t>userEmail</a:t>
            </a:r>
            <a:r>
              <a:rPr lang="en-US" b="1" dirty="0"/>
              <a:t> = "demo_user99@gmail.com";</a:t>
            </a:r>
          </a:p>
          <a:p>
            <a:endParaRPr lang="en-US" b="1" dirty="0"/>
          </a:p>
          <a:p>
            <a:r>
              <a:rPr lang="en-US" b="1" dirty="0"/>
              <a:t>let email = /^[\w.-]+@[a-</a:t>
            </a:r>
            <a:r>
              <a:rPr lang="en-US" b="1" dirty="0" err="1"/>
              <a:t>zA</a:t>
            </a:r>
            <a:r>
              <a:rPr lang="en-US" b="1" dirty="0"/>
              <a:t>-Z]+\.[a-</a:t>
            </a:r>
            <a:r>
              <a:rPr lang="en-US" b="1" dirty="0" err="1"/>
              <a:t>zA</a:t>
            </a:r>
            <a:r>
              <a:rPr lang="en-US" b="1" dirty="0"/>
              <a:t>-Z]{2,}$/;</a:t>
            </a:r>
          </a:p>
          <a:p>
            <a:endParaRPr lang="en-US" b="1" dirty="0"/>
          </a:p>
          <a:p>
            <a:r>
              <a:rPr lang="en-US" b="1" dirty="0"/>
              <a:t>console.log(</a:t>
            </a:r>
            <a:r>
              <a:rPr lang="en-US" b="1" dirty="0" err="1"/>
              <a:t>email.test</a:t>
            </a:r>
            <a:r>
              <a:rPr lang="en-US" b="1" dirty="0"/>
              <a:t>(</a:t>
            </a:r>
            <a:r>
              <a:rPr lang="en-US" b="1" dirty="0" err="1"/>
              <a:t>userEmail</a:t>
            </a:r>
            <a:r>
              <a:rPr lang="en-US" b="1" dirty="0"/>
              <a:t>));  // true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US" dirty="0"/>
              <a:t>^[\w.-]+ → Start with letters/numbers/dot/underscore</a:t>
            </a:r>
          </a:p>
          <a:p>
            <a:r>
              <a:rPr lang="en-IN" dirty="0"/>
              <a:t>@ → Must contain @ symbol</a:t>
            </a:r>
          </a:p>
          <a:p>
            <a:r>
              <a:rPr lang="en-IN" dirty="0"/>
              <a:t>[a-</a:t>
            </a:r>
            <a:r>
              <a:rPr lang="en-IN" dirty="0" err="1"/>
              <a:t>zA</a:t>
            </a:r>
            <a:r>
              <a:rPr lang="en-IN" dirty="0"/>
              <a:t>-Z]+ → Domain name</a:t>
            </a:r>
          </a:p>
          <a:p>
            <a:r>
              <a:rPr lang="pt-BR" dirty="0"/>
              <a:t>\.[a-zA-Z]{2,}$ → Extension (.com, .in, .org , etc)</a:t>
            </a:r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55761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4F589-440F-A479-B1F8-C8DCAA9B6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B51223-6C30-0150-EC19-264AC58EE0CD}"/>
              </a:ext>
            </a:extLst>
          </p:cNvPr>
          <p:cNvSpPr txBox="1"/>
          <p:nvPr/>
        </p:nvSpPr>
        <p:spPr>
          <a:xfrm>
            <a:off x="2045110" y="2676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Extract All Numbers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22A39-DCE2-96BC-6271-B8C091979598}"/>
              </a:ext>
            </a:extLst>
          </p:cNvPr>
          <p:cNvSpPr txBox="1"/>
          <p:nvPr/>
        </p:nvSpPr>
        <p:spPr>
          <a:xfrm>
            <a:off x="963561" y="1150826"/>
            <a:ext cx="103435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let data = “OOP: 85, DBMS: 90, </a:t>
            </a:r>
            <a:r>
              <a:rPr lang="en-US" b="1" dirty="0" err="1"/>
              <a:t>ComputerNetwotk</a:t>
            </a:r>
            <a:r>
              <a:rPr lang="en-US" b="1" dirty="0"/>
              <a:t>: 92";</a:t>
            </a:r>
          </a:p>
          <a:p>
            <a:endParaRPr lang="en-US" b="1" dirty="0"/>
          </a:p>
          <a:p>
            <a:r>
              <a:rPr lang="en-US" b="1" dirty="0"/>
              <a:t>let </a:t>
            </a:r>
            <a:r>
              <a:rPr lang="en-US" b="1" dirty="0" err="1"/>
              <a:t>numberFinder</a:t>
            </a:r>
            <a:r>
              <a:rPr lang="en-US" b="1" dirty="0"/>
              <a:t> = /\d+/g;</a:t>
            </a:r>
          </a:p>
          <a:p>
            <a:endParaRPr lang="en-US" b="1" dirty="0"/>
          </a:p>
          <a:p>
            <a:r>
              <a:rPr lang="en-US" b="1" dirty="0"/>
              <a:t>console.log(</a:t>
            </a:r>
            <a:r>
              <a:rPr lang="en-US" b="1" dirty="0" err="1"/>
              <a:t>data.match</a:t>
            </a:r>
            <a:r>
              <a:rPr lang="en-US" b="1" dirty="0"/>
              <a:t>(</a:t>
            </a:r>
            <a:r>
              <a:rPr lang="en-US" b="1" dirty="0" err="1"/>
              <a:t>numberFinder</a:t>
            </a:r>
            <a:r>
              <a:rPr lang="en-US" b="1" dirty="0"/>
              <a:t>));  // ["85", "90", "92"]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US" dirty="0"/>
              <a:t>\d+ → One or more digits</a:t>
            </a:r>
          </a:p>
          <a:p>
            <a:r>
              <a:rPr lang="en-US" dirty="0"/>
              <a:t>g flag → Finds all matches instead of first one</a:t>
            </a:r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37274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41B797-1731-92B1-4348-5634F086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401F15-63CC-6024-5543-93EB83C38D7D}"/>
              </a:ext>
            </a:extLst>
          </p:cNvPr>
          <p:cNvSpPr txBox="1"/>
          <p:nvPr/>
        </p:nvSpPr>
        <p:spPr>
          <a:xfrm>
            <a:off x="2045110" y="2676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Replace Multiple Spaces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239E5-CA88-8738-F8D6-76DFB8A70503}"/>
              </a:ext>
            </a:extLst>
          </p:cNvPr>
          <p:cNvSpPr txBox="1"/>
          <p:nvPr/>
        </p:nvSpPr>
        <p:spPr>
          <a:xfrm>
            <a:off x="963561" y="1150826"/>
            <a:ext cx="103435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let text = "This    is     a   test";</a:t>
            </a:r>
          </a:p>
          <a:p>
            <a:endParaRPr lang="en-US" b="1" dirty="0"/>
          </a:p>
          <a:p>
            <a:r>
              <a:rPr lang="en-US" b="1" dirty="0"/>
              <a:t>let </a:t>
            </a:r>
            <a:r>
              <a:rPr lang="en-US" b="1" dirty="0" err="1"/>
              <a:t>updatedText</a:t>
            </a:r>
            <a:r>
              <a:rPr lang="en-US" b="1" dirty="0"/>
              <a:t> = </a:t>
            </a:r>
            <a:r>
              <a:rPr lang="en-US" b="1" dirty="0" err="1"/>
              <a:t>messySentence.replace</a:t>
            </a:r>
            <a:r>
              <a:rPr lang="en-US" b="1" dirty="0"/>
              <a:t>(/\s+/g, " ");</a:t>
            </a:r>
          </a:p>
          <a:p>
            <a:endParaRPr lang="en-US" b="1" dirty="0"/>
          </a:p>
          <a:p>
            <a:r>
              <a:rPr lang="en-US" b="1" dirty="0"/>
              <a:t>console.log(</a:t>
            </a:r>
            <a:r>
              <a:rPr lang="en-US" b="1" dirty="0" err="1"/>
              <a:t>updatedText</a:t>
            </a:r>
            <a:r>
              <a:rPr lang="en-US" b="1" dirty="0"/>
              <a:t>); // "This is a test“</a:t>
            </a:r>
          </a:p>
          <a:p>
            <a:endParaRPr lang="en-US" b="1" dirty="0"/>
          </a:p>
          <a:p>
            <a:r>
              <a:rPr lang="en-US" dirty="0"/>
              <a:t>\s+ → Matches one or more spaces</a:t>
            </a:r>
          </a:p>
          <a:p>
            <a:r>
              <a:rPr lang="en-US" dirty="0"/>
              <a:t>Replaced by a single space " "</a:t>
            </a:r>
            <a:endParaRPr lang="en-US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63208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DCA613-0B62-1F2F-966C-E410E4EDA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BAAA94-4ABF-6190-F707-37C85080229D}"/>
              </a:ext>
            </a:extLst>
          </p:cNvPr>
          <p:cNvSpPr txBox="1"/>
          <p:nvPr/>
        </p:nvSpPr>
        <p:spPr>
          <a:xfrm>
            <a:off x="2045110" y="2676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Validate Strong Password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DE72BF-E565-0D9E-7E25-4738ECADB64C}"/>
              </a:ext>
            </a:extLst>
          </p:cNvPr>
          <p:cNvSpPr txBox="1"/>
          <p:nvPr/>
        </p:nvSpPr>
        <p:spPr>
          <a:xfrm>
            <a:off x="963561" y="1150826"/>
            <a:ext cx="103435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let </a:t>
            </a:r>
            <a:r>
              <a:rPr lang="en-IN" b="1" dirty="0" err="1"/>
              <a:t>candidatePass</a:t>
            </a:r>
            <a:r>
              <a:rPr lang="en-IN" b="1" dirty="0"/>
              <a:t> = "Secure@2025";</a:t>
            </a:r>
          </a:p>
          <a:p>
            <a:endParaRPr lang="en-IN" b="1" dirty="0"/>
          </a:p>
          <a:p>
            <a:r>
              <a:rPr lang="en-IN" b="1" dirty="0"/>
              <a:t>let </a:t>
            </a:r>
            <a:r>
              <a:rPr lang="en-IN" b="1" dirty="0" err="1"/>
              <a:t>passValidator</a:t>
            </a:r>
            <a:r>
              <a:rPr lang="en-IN" b="1" dirty="0"/>
              <a:t> = /^(?=.*[A-Z])(?=.*\d)(?=.*[@$!%*?&amp;]).{8,}$/;</a:t>
            </a:r>
          </a:p>
          <a:p>
            <a:endParaRPr lang="en-IN" b="1" dirty="0"/>
          </a:p>
          <a:p>
            <a:r>
              <a:rPr lang="en-IN" b="1" dirty="0"/>
              <a:t>console.log(</a:t>
            </a:r>
            <a:r>
              <a:rPr lang="en-IN" b="1" dirty="0" err="1"/>
              <a:t>passValidator.test</a:t>
            </a:r>
            <a:r>
              <a:rPr lang="en-IN" b="1" dirty="0"/>
              <a:t>(</a:t>
            </a:r>
            <a:r>
              <a:rPr lang="en-IN" b="1" dirty="0" err="1"/>
              <a:t>candidatePass</a:t>
            </a:r>
            <a:r>
              <a:rPr lang="en-IN" b="1" dirty="0"/>
              <a:t>));  // true</a:t>
            </a:r>
          </a:p>
          <a:p>
            <a:endParaRPr lang="en-IN" b="1" dirty="0"/>
          </a:p>
          <a:p>
            <a:r>
              <a:rPr lang="en-US" dirty="0"/>
              <a:t>(?=.*[A-Z]) → At least one uppercase letter</a:t>
            </a:r>
          </a:p>
          <a:p>
            <a:r>
              <a:rPr lang="en-US" dirty="0"/>
              <a:t>(?=.*\d) → At least one digit</a:t>
            </a:r>
          </a:p>
          <a:p>
            <a:r>
              <a:rPr lang="en-US" dirty="0"/>
              <a:t>(?=.*[@$!%*?&amp;]) → At least one special symbol</a:t>
            </a:r>
          </a:p>
          <a:p>
            <a:r>
              <a:rPr lang="en-IN" dirty="0"/>
              <a:t>.{8,} → Minimum 8 characters total</a:t>
            </a:r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63902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4B698-3779-5915-9EB3-C39AA0846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87630C-7169-B51B-2150-FC682EBBE43D}"/>
              </a:ext>
            </a:extLst>
          </p:cNvPr>
          <p:cNvSpPr txBox="1"/>
          <p:nvPr/>
        </p:nvSpPr>
        <p:spPr>
          <a:xfrm>
            <a:off x="2045110" y="2676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Extract Hashtags from Text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7CDE6D-B016-168A-3120-A7357FE32A6D}"/>
              </a:ext>
            </a:extLst>
          </p:cNvPr>
          <p:cNvSpPr txBox="1"/>
          <p:nvPr/>
        </p:nvSpPr>
        <p:spPr>
          <a:xfrm>
            <a:off x="963561" y="1150826"/>
            <a:ext cx="103435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let </a:t>
            </a:r>
            <a:r>
              <a:rPr lang="en-IN" b="1" dirty="0" err="1"/>
              <a:t>socialPost</a:t>
            </a:r>
            <a:r>
              <a:rPr lang="en-IN" b="1" dirty="0"/>
              <a:t> = "Learning #JavaScript and #WebDevelopment today!";</a:t>
            </a:r>
          </a:p>
          <a:p>
            <a:endParaRPr lang="en-IN" b="1" dirty="0"/>
          </a:p>
          <a:p>
            <a:r>
              <a:rPr lang="en-IN" b="1" dirty="0"/>
              <a:t>let </a:t>
            </a:r>
            <a:r>
              <a:rPr lang="en-IN" b="1" dirty="0" err="1"/>
              <a:t>hashPattern</a:t>
            </a:r>
            <a:r>
              <a:rPr lang="en-IN" b="1" dirty="0"/>
              <a:t> = /#[a-zA-Z0-9_]+/g;</a:t>
            </a:r>
          </a:p>
          <a:p>
            <a:endParaRPr lang="en-IN" b="1" dirty="0"/>
          </a:p>
          <a:p>
            <a:r>
              <a:rPr lang="en-IN" b="1" dirty="0"/>
              <a:t>console.log(</a:t>
            </a:r>
            <a:r>
              <a:rPr lang="en-IN" b="1" dirty="0" err="1"/>
              <a:t>socialPost.match</a:t>
            </a:r>
            <a:r>
              <a:rPr lang="en-IN" b="1" dirty="0"/>
              <a:t>(</a:t>
            </a:r>
            <a:r>
              <a:rPr lang="en-IN" b="1" dirty="0" err="1"/>
              <a:t>hashPattern</a:t>
            </a:r>
            <a:r>
              <a:rPr lang="en-IN" b="1" dirty="0"/>
              <a:t>));  </a:t>
            </a:r>
          </a:p>
          <a:p>
            <a:r>
              <a:rPr lang="en-IN" b="1" dirty="0"/>
              <a:t>// ["#JavaScript", "#</a:t>
            </a:r>
            <a:r>
              <a:rPr lang="en-IN" b="1" dirty="0" err="1"/>
              <a:t>WebDevelopment</a:t>
            </a:r>
            <a:r>
              <a:rPr lang="en-IN" b="1" dirty="0"/>
              <a:t>"]</a:t>
            </a:r>
          </a:p>
          <a:p>
            <a:endParaRPr lang="en-IN" b="1" dirty="0"/>
          </a:p>
          <a:p>
            <a:r>
              <a:rPr lang="en-IN" dirty="0"/>
              <a:t># → Literal hash symbol</a:t>
            </a:r>
          </a:p>
          <a:p>
            <a:r>
              <a:rPr lang="en-US" dirty="0"/>
              <a:t>[a-zA-Z0-9_]+ → One or more alphanumeric or underscore</a:t>
            </a:r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47999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B7F60D-0811-D0ED-8228-371FA2C8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84EE51-87EE-4EF8-EC04-A1E96F349F25}"/>
              </a:ext>
            </a:extLst>
          </p:cNvPr>
          <p:cNvSpPr txBox="1"/>
          <p:nvPr/>
        </p:nvSpPr>
        <p:spPr>
          <a:xfrm>
            <a:off x="963561" y="1150826"/>
            <a:ext cx="103435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Question: Create a form using a regular expression or validation in the form for your input field.</a:t>
            </a:r>
          </a:p>
          <a:p>
            <a:endParaRPr lang="en-IN" b="1" dirty="0"/>
          </a:p>
          <a:p>
            <a:r>
              <a:rPr lang="en-IN" b="1" dirty="0"/>
              <a:t>Task 1:</a:t>
            </a:r>
          </a:p>
          <a:p>
            <a:r>
              <a:rPr lang="en-IN" b="1" dirty="0"/>
              <a:t>First Name </a:t>
            </a:r>
          </a:p>
          <a:p>
            <a:r>
              <a:rPr lang="en-IN" b="1" dirty="0"/>
              <a:t>Last Name</a:t>
            </a:r>
          </a:p>
          <a:p>
            <a:r>
              <a:rPr lang="en-IN" b="1" dirty="0"/>
              <a:t>Email</a:t>
            </a:r>
          </a:p>
          <a:p>
            <a:r>
              <a:rPr lang="en-IN" b="1" dirty="0"/>
              <a:t>Password</a:t>
            </a:r>
          </a:p>
          <a:p>
            <a:r>
              <a:rPr lang="en-IN" b="1" dirty="0"/>
              <a:t>Submit button </a:t>
            </a:r>
          </a:p>
          <a:p>
            <a:endParaRPr lang="en-IN" b="1" dirty="0"/>
          </a:p>
          <a:p>
            <a:r>
              <a:rPr lang="en-IN" b="1" dirty="0"/>
              <a:t>Task2:</a:t>
            </a:r>
          </a:p>
          <a:p>
            <a:r>
              <a:rPr lang="en-IN" b="1" dirty="0"/>
              <a:t>After hitting submit button the data will be stored in local storage.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92932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DE969D-2462-D795-313E-8605B0EF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B1727E-8A56-6198-D890-BF9A67ABE44F}"/>
              </a:ext>
            </a:extLst>
          </p:cNvPr>
          <p:cNvSpPr txBox="1"/>
          <p:nvPr/>
        </p:nvSpPr>
        <p:spPr>
          <a:xfrm>
            <a:off x="2045110" y="2676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 err="1"/>
              <a:t>RegEx</a:t>
            </a:r>
            <a:r>
              <a:rPr lang="en-IN" sz="3600" dirty="0"/>
              <a:t> Methods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7466CD-40EE-67B7-E8CE-D5542B50E584}"/>
              </a:ext>
            </a:extLst>
          </p:cNvPr>
          <p:cNvSpPr txBox="1"/>
          <p:nvPr/>
        </p:nvSpPr>
        <p:spPr>
          <a:xfrm>
            <a:off x="963561" y="1150826"/>
            <a:ext cx="10343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/>
          </a:p>
          <a:p>
            <a:endParaRPr lang="en-IN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2A3420-0251-404F-4ECD-A270701C9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820438"/>
              </p:ext>
            </p:extLst>
          </p:nvPr>
        </p:nvGraphicFramePr>
        <p:xfrm>
          <a:off x="1314514" y="1190892"/>
          <a:ext cx="10130232" cy="4993599"/>
        </p:xfrm>
        <a:graphic>
          <a:graphicData uri="http://schemas.openxmlformats.org/drawingml/2006/table">
            <a:tbl>
              <a:tblPr/>
              <a:tblGrid>
                <a:gridCol w="2532558">
                  <a:extLst>
                    <a:ext uri="{9D8B030D-6E8A-4147-A177-3AD203B41FA5}">
                      <a16:colId xmlns:a16="http://schemas.microsoft.com/office/drawing/2014/main" val="1329548388"/>
                    </a:ext>
                  </a:extLst>
                </a:gridCol>
                <a:gridCol w="2532558">
                  <a:extLst>
                    <a:ext uri="{9D8B030D-6E8A-4147-A177-3AD203B41FA5}">
                      <a16:colId xmlns:a16="http://schemas.microsoft.com/office/drawing/2014/main" val="2896322679"/>
                    </a:ext>
                  </a:extLst>
                </a:gridCol>
                <a:gridCol w="2532558">
                  <a:extLst>
                    <a:ext uri="{9D8B030D-6E8A-4147-A177-3AD203B41FA5}">
                      <a16:colId xmlns:a16="http://schemas.microsoft.com/office/drawing/2014/main" val="1300299181"/>
                    </a:ext>
                  </a:extLst>
                </a:gridCol>
                <a:gridCol w="2532558">
                  <a:extLst>
                    <a:ext uri="{9D8B030D-6E8A-4147-A177-3AD203B41FA5}">
                      <a16:colId xmlns:a16="http://schemas.microsoft.com/office/drawing/2014/main" val="2666109823"/>
                    </a:ext>
                  </a:extLst>
                </a:gridCol>
              </a:tblGrid>
              <a:tr h="337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Method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Type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Description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Example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739438"/>
                  </a:ext>
                </a:extLst>
              </a:tr>
              <a:tr h="592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test()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RegExp → Boolean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Tests if pattern exists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/\d/.test("a123b") → true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158602"/>
                  </a:ext>
                </a:extLst>
              </a:tr>
              <a:tr h="592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exec()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RegExp → Array/null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Executes regex and returns details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/abc/.exec("123abc456") → ["abc"]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31767"/>
                  </a:ext>
                </a:extLst>
              </a:tr>
              <a:tr h="592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match()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String → Array/null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Returns all matches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"hello123".match(/\d+/) → ["123"]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119476"/>
                  </a:ext>
                </a:extLst>
              </a:tr>
              <a:tr h="592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matchAll()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String → Iterator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Returns all matches with capture groups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[...str.matchAll(/ab/g)]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346438"/>
                  </a:ext>
                </a:extLst>
              </a:tr>
              <a:tr h="847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replace()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String → String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Replaces matched substring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"abc123".replace(/\d+/,"#") → "abc#"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640476"/>
                  </a:ext>
                </a:extLst>
              </a:tr>
              <a:tr h="592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search()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String → Index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Returns index of first match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"hello".search(/l/) → 2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452595"/>
                  </a:ext>
                </a:extLst>
              </a:tr>
              <a:tr h="847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split()</a:t>
                      </a:r>
                      <a:endParaRPr lang="en-IN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String → Array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Splits text based on regex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Courier New" panose="02070309020205020404" pitchFamily="49" charset="0"/>
                        </a:rPr>
                        <a:t>"a,</a:t>
                      </a:r>
                      <a:r>
                        <a:rPr lang="en-US" sz="1500" dirty="0" err="1">
                          <a:latin typeface="Courier New" panose="02070309020205020404" pitchFamily="49" charset="0"/>
                        </a:rPr>
                        <a:t>b;c</a:t>
                      </a:r>
                      <a:r>
                        <a:rPr lang="en-US" sz="1500" dirty="0">
                          <a:latin typeface="Courier New" panose="02070309020205020404" pitchFamily="49" charset="0"/>
                        </a:rPr>
                        <a:t>".split(/[,;]/) → ["</a:t>
                      </a:r>
                      <a:r>
                        <a:rPr lang="en-US" sz="1500" dirty="0" err="1">
                          <a:latin typeface="Courier New" panose="02070309020205020404" pitchFamily="49" charset="0"/>
                        </a:rPr>
                        <a:t>a","b","c</a:t>
                      </a:r>
                      <a:r>
                        <a:rPr lang="en-US" sz="1500" dirty="0">
                          <a:latin typeface="Courier New" panose="02070309020205020404" pitchFamily="49" charset="0"/>
                        </a:rPr>
                        <a:t>"]</a:t>
                      </a:r>
                      <a:endParaRPr lang="en-US" sz="1500" dirty="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340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376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640</Words>
  <Application>Microsoft Office PowerPoint</Application>
  <PresentationFormat>Widescreen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Bahnschrift SemiBold SemiConden</vt:lpstr>
      <vt:lpstr>Calibri</vt:lpstr>
      <vt:lpstr>Calibri Light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Rajdeep Deb</dc:creator>
  <cp:lastModifiedBy>Saurav Chauhan</cp:lastModifiedBy>
  <cp:revision>11</cp:revision>
  <dcterms:created xsi:type="dcterms:W3CDTF">2025-05-07T07:26:15Z</dcterms:created>
  <dcterms:modified xsi:type="dcterms:W3CDTF">2025-11-11T18:01:21Z</dcterms:modified>
</cp:coreProperties>
</file>