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147472878" r:id="rId2"/>
    <p:sldId id="2147472879" r:id="rId3"/>
    <p:sldId id="2147472892" r:id="rId4"/>
    <p:sldId id="2147472894" r:id="rId5"/>
    <p:sldId id="2147472895" r:id="rId6"/>
    <p:sldId id="2147472896" r:id="rId7"/>
    <p:sldId id="2147472897" r:id="rId8"/>
    <p:sldId id="2147472893" r:id="rId9"/>
    <p:sldId id="2147472880" r:id="rId10"/>
    <p:sldId id="2147472881" r:id="rId11"/>
    <p:sldId id="2147472882" r:id="rId12"/>
    <p:sldId id="2147472884" r:id="rId13"/>
    <p:sldId id="2147472885" r:id="rId14"/>
    <p:sldId id="2147472886" r:id="rId15"/>
    <p:sldId id="2147472887" r:id="rId16"/>
    <p:sldId id="2147472888" r:id="rId17"/>
    <p:sldId id="2147472889" r:id="rId18"/>
    <p:sldId id="2147472890" r:id="rId19"/>
    <p:sldId id="214747289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2260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D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32C63F-D96A-4331-AC67-F8BE5FEFC796}" v="12" dt="2025-11-12T17:24:00.5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>
        <p:guide orient="horz" pos="2160"/>
        <p:guide orient="horz" pos="22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urav Chauhan" userId="bc59c218e3e1523e" providerId="LiveId" clId="{98C990A7-2917-4BC7-8DB5-839CFEDE3EB6}"/>
    <pc:docChg chg="undo custSel addSld delSld modSld">
      <pc:chgData name="Saurav Chauhan" userId="bc59c218e3e1523e" providerId="LiveId" clId="{98C990A7-2917-4BC7-8DB5-839CFEDE3EB6}" dt="2025-11-12T17:27:48.442" v="558" actId="14100"/>
      <pc:docMkLst>
        <pc:docMk/>
      </pc:docMkLst>
      <pc:sldChg chg="addSp delSp modSp add mod">
        <pc:chgData name="Saurav Chauhan" userId="bc59c218e3e1523e" providerId="LiveId" clId="{98C990A7-2917-4BC7-8DB5-839CFEDE3EB6}" dt="2025-11-12T17:06:46.467" v="105" actId="113"/>
        <pc:sldMkLst>
          <pc:docMk/>
          <pc:sldMk cId="1952463117" sldId="2147472882"/>
        </pc:sldMkLst>
        <pc:spChg chg="mod">
          <ac:chgData name="Saurav Chauhan" userId="bc59c218e3e1523e" providerId="LiveId" clId="{98C990A7-2917-4BC7-8DB5-839CFEDE3EB6}" dt="2025-11-12T17:06:46.467" v="105" actId="113"/>
          <ac:spMkLst>
            <pc:docMk/>
            <pc:sldMk cId="1952463117" sldId="2147472882"/>
            <ac:spMk id="3" creationId="{0CDF4B98-4A17-5837-2B8D-CC39CC92881E}"/>
          </ac:spMkLst>
        </pc:spChg>
        <pc:spChg chg="del mod">
          <ac:chgData name="Saurav Chauhan" userId="bc59c218e3e1523e" providerId="LiveId" clId="{98C990A7-2917-4BC7-8DB5-839CFEDE3EB6}" dt="2025-11-12T17:02:49.992" v="6"/>
          <ac:spMkLst>
            <pc:docMk/>
            <pc:sldMk cId="1952463117" sldId="2147472882"/>
            <ac:spMk id="4" creationId="{F37967E8-65F2-EE45-C4F3-EE06ED15D6C4}"/>
          </ac:spMkLst>
        </pc:spChg>
        <pc:spChg chg="add mod">
          <ac:chgData name="Saurav Chauhan" userId="bc59c218e3e1523e" providerId="LiveId" clId="{98C990A7-2917-4BC7-8DB5-839CFEDE3EB6}" dt="2025-11-12T17:03:29.639" v="12" actId="14100"/>
          <ac:spMkLst>
            <pc:docMk/>
            <pc:sldMk cId="1952463117" sldId="2147472882"/>
            <ac:spMk id="5" creationId="{274A363B-942E-23B4-450A-D7FC99CBD328}"/>
          </ac:spMkLst>
        </pc:spChg>
        <pc:spChg chg="del mod">
          <ac:chgData name="Saurav Chauhan" userId="bc59c218e3e1523e" providerId="LiveId" clId="{98C990A7-2917-4BC7-8DB5-839CFEDE3EB6}" dt="2025-11-12T17:02:49.995" v="8"/>
          <ac:spMkLst>
            <pc:docMk/>
            <pc:sldMk cId="1952463117" sldId="2147472882"/>
            <ac:spMk id="7" creationId="{9C108303-AB4A-3C13-DA24-8050F8C3D80D}"/>
          </ac:spMkLst>
        </pc:spChg>
        <pc:spChg chg="add mod">
          <ac:chgData name="Saurav Chauhan" userId="bc59c218e3e1523e" providerId="LiveId" clId="{98C990A7-2917-4BC7-8DB5-839CFEDE3EB6}" dt="2025-11-12T17:04:46.213" v="89" actId="20577"/>
          <ac:spMkLst>
            <pc:docMk/>
            <pc:sldMk cId="1952463117" sldId="2147472882"/>
            <ac:spMk id="9" creationId="{C064F445-39A8-8C7B-B6F0-975BEBD88D46}"/>
          </ac:spMkLst>
        </pc:spChg>
      </pc:sldChg>
      <pc:sldChg chg="addSp delSp modSp add del mod">
        <pc:chgData name="Saurav Chauhan" userId="bc59c218e3e1523e" providerId="LiveId" clId="{98C990A7-2917-4BC7-8DB5-839CFEDE3EB6}" dt="2025-11-12T17:10:06.348" v="131" actId="2696"/>
        <pc:sldMkLst>
          <pc:docMk/>
          <pc:sldMk cId="27724422" sldId="2147472883"/>
        </pc:sldMkLst>
        <pc:spChg chg="mod">
          <ac:chgData name="Saurav Chauhan" userId="bc59c218e3e1523e" providerId="LiveId" clId="{98C990A7-2917-4BC7-8DB5-839CFEDE3EB6}" dt="2025-11-12T17:06:53.465" v="106" actId="113"/>
          <ac:spMkLst>
            <pc:docMk/>
            <pc:sldMk cId="27724422" sldId="2147472883"/>
            <ac:spMk id="3" creationId="{5A922D44-925A-9F8C-5792-52CBD886FAEC}"/>
          </ac:spMkLst>
        </pc:spChg>
        <pc:spChg chg="add mod">
          <ac:chgData name="Saurav Chauhan" userId="bc59c218e3e1523e" providerId="LiveId" clId="{98C990A7-2917-4BC7-8DB5-839CFEDE3EB6}" dt="2025-11-12T17:08:19.249" v="111" actId="12"/>
          <ac:spMkLst>
            <pc:docMk/>
            <pc:sldMk cId="27724422" sldId="2147472883"/>
            <ac:spMk id="4" creationId="{6DD6F815-9A77-C383-5A26-D20F84CCB3B5}"/>
          </ac:spMkLst>
        </pc:spChg>
        <pc:spChg chg="del mod">
          <ac:chgData name="Saurav Chauhan" userId="bc59c218e3e1523e" providerId="LiveId" clId="{98C990A7-2917-4BC7-8DB5-839CFEDE3EB6}" dt="2025-11-12T17:06:09.517" v="98"/>
          <ac:spMkLst>
            <pc:docMk/>
            <pc:sldMk cId="27724422" sldId="2147472883"/>
            <ac:spMk id="5" creationId="{0C527616-09BC-7350-328B-1F95211BD59A}"/>
          </ac:spMkLst>
        </pc:spChg>
        <pc:spChg chg="add mod">
          <ac:chgData name="Saurav Chauhan" userId="bc59c218e3e1523e" providerId="LiveId" clId="{98C990A7-2917-4BC7-8DB5-839CFEDE3EB6}" dt="2025-11-12T17:08:48.274" v="119" actId="20577"/>
          <ac:spMkLst>
            <pc:docMk/>
            <pc:sldMk cId="27724422" sldId="2147472883"/>
            <ac:spMk id="8" creationId="{5A611C9B-A6C3-FF13-9C9E-C3DDB4CF0C6F}"/>
          </ac:spMkLst>
        </pc:spChg>
        <pc:spChg chg="del mod">
          <ac:chgData name="Saurav Chauhan" userId="bc59c218e3e1523e" providerId="LiveId" clId="{98C990A7-2917-4BC7-8DB5-839CFEDE3EB6}" dt="2025-11-12T17:06:09.515" v="96"/>
          <ac:spMkLst>
            <pc:docMk/>
            <pc:sldMk cId="27724422" sldId="2147472883"/>
            <ac:spMk id="9" creationId="{A84421BB-C083-3F67-CB36-9706D637953E}"/>
          </ac:spMkLst>
        </pc:spChg>
      </pc:sldChg>
      <pc:sldChg chg="addSp modSp add mod">
        <pc:chgData name="Saurav Chauhan" userId="bc59c218e3e1523e" providerId="LiveId" clId="{98C990A7-2917-4BC7-8DB5-839CFEDE3EB6}" dt="2025-11-12T17:09:39.469" v="129" actId="20577"/>
        <pc:sldMkLst>
          <pc:docMk/>
          <pc:sldMk cId="2677985353" sldId="2147472884"/>
        </pc:sldMkLst>
        <pc:spChg chg="add mod">
          <ac:chgData name="Saurav Chauhan" userId="bc59c218e3e1523e" providerId="LiveId" clId="{98C990A7-2917-4BC7-8DB5-839CFEDE3EB6}" dt="2025-11-12T17:09:39.469" v="129" actId="20577"/>
          <ac:spMkLst>
            <pc:docMk/>
            <pc:sldMk cId="2677985353" sldId="2147472884"/>
            <ac:spMk id="5" creationId="{C44AF4CE-917E-F3E1-69EF-6CD735E8FECD}"/>
          </ac:spMkLst>
        </pc:spChg>
      </pc:sldChg>
      <pc:sldChg chg="addSp delSp modSp add mod">
        <pc:chgData name="Saurav Chauhan" userId="bc59c218e3e1523e" providerId="LiveId" clId="{98C990A7-2917-4BC7-8DB5-839CFEDE3EB6}" dt="2025-11-12T17:12:29.470" v="159" actId="113"/>
        <pc:sldMkLst>
          <pc:docMk/>
          <pc:sldMk cId="729036757" sldId="2147472885"/>
        </pc:sldMkLst>
        <pc:spChg chg="mod">
          <ac:chgData name="Saurav Chauhan" userId="bc59c218e3e1523e" providerId="LiveId" clId="{98C990A7-2917-4BC7-8DB5-839CFEDE3EB6}" dt="2025-11-12T17:10:23.533" v="133" actId="113"/>
          <ac:spMkLst>
            <pc:docMk/>
            <pc:sldMk cId="729036757" sldId="2147472885"/>
            <ac:spMk id="3" creationId="{5A6ACDC5-046E-73DE-014A-4F639727B7E2}"/>
          </ac:spMkLst>
        </pc:spChg>
        <pc:spChg chg="del mod">
          <ac:chgData name="Saurav Chauhan" userId="bc59c218e3e1523e" providerId="LiveId" clId="{98C990A7-2917-4BC7-8DB5-839CFEDE3EB6}" dt="2025-11-12T17:10:49.069" v="141"/>
          <ac:spMkLst>
            <pc:docMk/>
            <pc:sldMk cId="729036757" sldId="2147472885"/>
            <ac:spMk id="4" creationId="{9D86C8B5-A5E7-7855-8562-E3B7185099B0}"/>
          </ac:spMkLst>
        </pc:spChg>
        <pc:spChg chg="del mod">
          <ac:chgData name="Saurav Chauhan" userId="bc59c218e3e1523e" providerId="LiveId" clId="{98C990A7-2917-4BC7-8DB5-839CFEDE3EB6}" dt="2025-11-12T17:10:49.071" v="145"/>
          <ac:spMkLst>
            <pc:docMk/>
            <pc:sldMk cId="729036757" sldId="2147472885"/>
            <ac:spMk id="5" creationId="{E7267722-4379-2917-7D18-184A7030DCEC}"/>
          </ac:spMkLst>
        </pc:spChg>
        <pc:spChg chg="add mod">
          <ac:chgData name="Saurav Chauhan" userId="bc59c218e3e1523e" providerId="LiveId" clId="{98C990A7-2917-4BC7-8DB5-839CFEDE3EB6}" dt="2025-11-12T17:11:18.551" v="149" actId="14100"/>
          <ac:spMkLst>
            <pc:docMk/>
            <pc:sldMk cId="729036757" sldId="2147472885"/>
            <ac:spMk id="7" creationId="{C7706CF4-BA3F-DAAA-517E-7092804ADB25}"/>
          </ac:spMkLst>
        </pc:spChg>
        <pc:spChg chg="del mod">
          <ac:chgData name="Saurav Chauhan" userId="bc59c218e3e1523e" providerId="LiveId" clId="{98C990A7-2917-4BC7-8DB5-839CFEDE3EB6}" dt="2025-11-12T17:10:49.071" v="143"/>
          <ac:spMkLst>
            <pc:docMk/>
            <pc:sldMk cId="729036757" sldId="2147472885"/>
            <ac:spMk id="8" creationId="{27F0B4E6-5C0C-CFE1-DC14-5E2F7A7117E5}"/>
          </ac:spMkLst>
        </pc:spChg>
        <pc:spChg chg="add mod">
          <ac:chgData name="Saurav Chauhan" userId="bc59c218e3e1523e" providerId="LiveId" clId="{98C990A7-2917-4BC7-8DB5-839CFEDE3EB6}" dt="2025-11-12T17:12:29.470" v="159" actId="113"/>
          <ac:spMkLst>
            <pc:docMk/>
            <pc:sldMk cId="729036757" sldId="2147472885"/>
            <ac:spMk id="10" creationId="{6BDD75C7-109D-120B-0F9A-54DF47A1E05A}"/>
          </ac:spMkLst>
        </pc:spChg>
      </pc:sldChg>
      <pc:sldChg chg="addSp delSp modSp add mod">
        <pc:chgData name="Saurav Chauhan" userId="bc59c218e3e1523e" providerId="LiveId" clId="{98C990A7-2917-4BC7-8DB5-839CFEDE3EB6}" dt="2025-11-12T17:17:16.054" v="380" actId="14100"/>
        <pc:sldMkLst>
          <pc:docMk/>
          <pc:sldMk cId="3978783739" sldId="2147472886"/>
        </pc:sldMkLst>
        <pc:spChg chg="mod">
          <ac:chgData name="Saurav Chauhan" userId="bc59c218e3e1523e" providerId="LiveId" clId="{98C990A7-2917-4BC7-8DB5-839CFEDE3EB6}" dt="2025-11-12T17:14:31.605" v="162" actId="113"/>
          <ac:spMkLst>
            <pc:docMk/>
            <pc:sldMk cId="3978783739" sldId="2147472886"/>
            <ac:spMk id="3" creationId="{B76FC449-2A70-3460-78BB-71543387BC5C}"/>
          </ac:spMkLst>
        </pc:spChg>
        <pc:spChg chg="add mod">
          <ac:chgData name="Saurav Chauhan" userId="bc59c218e3e1523e" providerId="LiveId" clId="{98C990A7-2917-4BC7-8DB5-839CFEDE3EB6}" dt="2025-11-12T17:14:54.080" v="165" actId="14100"/>
          <ac:spMkLst>
            <pc:docMk/>
            <pc:sldMk cId="3978783739" sldId="2147472886"/>
            <ac:spMk id="4" creationId="{422E3E44-1CC8-0B42-84B1-C23433D32763}"/>
          </ac:spMkLst>
        </pc:spChg>
        <pc:spChg chg="add del">
          <ac:chgData name="Saurav Chauhan" userId="bc59c218e3e1523e" providerId="LiveId" clId="{98C990A7-2917-4BC7-8DB5-839CFEDE3EB6}" dt="2025-11-12T17:15:06.976" v="167" actId="22"/>
          <ac:spMkLst>
            <pc:docMk/>
            <pc:sldMk cId="3978783739" sldId="2147472886"/>
            <ac:spMk id="7" creationId="{99F05D70-E0E6-2C97-9263-B8C723593788}"/>
          </ac:spMkLst>
        </pc:spChg>
        <pc:spChg chg="add mod">
          <ac:chgData name="Saurav Chauhan" userId="bc59c218e3e1523e" providerId="LiveId" clId="{98C990A7-2917-4BC7-8DB5-839CFEDE3EB6}" dt="2025-11-12T17:17:16.054" v="380" actId="14100"/>
          <ac:spMkLst>
            <pc:docMk/>
            <pc:sldMk cId="3978783739" sldId="2147472886"/>
            <ac:spMk id="9" creationId="{484A4B52-291A-5662-86DF-DD7BAAD2639C}"/>
          </ac:spMkLst>
        </pc:spChg>
        <pc:spChg chg="add mod">
          <ac:chgData name="Saurav Chauhan" userId="bc59c218e3e1523e" providerId="LiveId" clId="{98C990A7-2917-4BC7-8DB5-839CFEDE3EB6}" dt="2025-11-12T17:17:12.438" v="379" actId="1076"/>
          <ac:spMkLst>
            <pc:docMk/>
            <pc:sldMk cId="3978783739" sldId="2147472886"/>
            <ac:spMk id="11" creationId="{FA8C808E-73AF-4177-9C11-ADFE60266CBA}"/>
          </ac:spMkLst>
        </pc:spChg>
      </pc:sldChg>
      <pc:sldChg chg="addSp modSp add mod">
        <pc:chgData name="Saurav Chauhan" userId="bc59c218e3e1523e" providerId="LiveId" clId="{98C990A7-2917-4BC7-8DB5-839CFEDE3EB6}" dt="2025-11-12T17:18:48.228" v="390" actId="14100"/>
        <pc:sldMkLst>
          <pc:docMk/>
          <pc:sldMk cId="3291773625" sldId="2147472887"/>
        </pc:sldMkLst>
        <pc:spChg chg="mod">
          <ac:chgData name="Saurav Chauhan" userId="bc59c218e3e1523e" providerId="LiveId" clId="{98C990A7-2917-4BC7-8DB5-839CFEDE3EB6}" dt="2025-11-12T17:17:43.232" v="382" actId="113"/>
          <ac:spMkLst>
            <pc:docMk/>
            <pc:sldMk cId="3291773625" sldId="2147472887"/>
            <ac:spMk id="3" creationId="{75E3F0E3-75E3-4C09-4AB5-935BAC6C1F21}"/>
          </ac:spMkLst>
        </pc:spChg>
        <pc:spChg chg="add mod">
          <ac:chgData name="Saurav Chauhan" userId="bc59c218e3e1523e" providerId="LiveId" clId="{98C990A7-2917-4BC7-8DB5-839CFEDE3EB6}" dt="2025-11-12T17:18:48.228" v="390" actId="14100"/>
          <ac:spMkLst>
            <pc:docMk/>
            <pc:sldMk cId="3291773625" sldId="2147472887"/>
            <ac:spMk id="4" creationId="{A17CD344-27B3-B53A-8511-89E1A28CCCB4}"/>
          </ac:spMkLst>
        </pc:spChg>
        <pc:spChg chg="add mod">
          <ac:chgData name="Saurav Chauhan" userId="bc59c218e3e1523e" providerId="LiveId" clId="{98C990A7-2917-4BC7-8DB5-839CFEDE3EB6}" dt="2025-11-12T17:18:33.748" v="388" actId="113"/>
          <ac:spMkLst>
            <pc:docMk/>
            <pc:sldMk cId="3291773625" sldId="2147472887"/>
            <ac:spMk id="7" creationId="{545C5506-F7FF-9128-AF8E-D435872863A4}"/>
          </ac:spMkLst>
        </pc:spChg>
      </pc:sldChg>
      <pc:sldChg chg="addSp delSp modSp add mod">
        <pc:chgData name="Saurav Chauhan" userId="bc59c218e3e1523e" providerId="LiveId" clId="{98C990A7-2917-4BC7-8DB5-839CFEDE3EB6}" dt="2025-11-12T17:21:22.553" v="405" actId="113"/>
        <pc:sldMkLst>
          <pc:docMk/>
          <pc:sldMk cId="1025079930" sldId="2147472888"/>
        </pc:sldMkLst>
        <pc:spChg chg="mod">
          <ac:chgData name="Saurav Chauhan" userId="bc59c218e3e1523e" providerId="LiveId" clId="{98C990A7-2917-4BC7-8DB5-839CFEDE3EB6}" dt="2025-11-12T17:20:31.061" v="393" actId="113"/>
          <ac:spMkLst>
            <pc:docMk/>
            <pc:sldMk cId="1025079930" sldId="2147472888"/>
            <ac:spMk id="3" creationId="{7215344A-F653-C939-D468-ADEF76306164}"/>
          </ac:spMkLst>
        </pc:spChg>
        <pc:spChg chg="del mod">
          <ac:chgData name="Saurav Chauhan" userId="bc59c218e3e1523e" providerId="LiveId" clId="{98C990A7-2917-4BC7-8DB5-839CFEDE3EB6}" dt="2025-11-12T17:20:45.975" v="398"/>
          <ac:spMkLst>
            <pc:docMk/>
            <pc:sldMk cId="1025079930" sldId="2147472888"/>
            <ac:spMk id="4" creationId="{DBA89690-2AC9-9C68-8E81-38A576B1BF54}"/>
          </ac:spMkLst>
        </pc:spChg>
        <pc:spChg chg="add mod">
          <ac:chgData name="Saurav Chauhan" userId="bc59c218e3e1523e" providerId="LiveId" clId="{98C990A7-2917-4BC7-8DB5-839CFEDE3EB6}" dt="2025-11-12T17:21:00.572" v="402" actId="1076"/>
          <ac:spMkLst>
            <pc:docMk/>
            <pc:sldMk cId="1025079930" sldId="2147472888"/>
            <ac:spMk id="5" creationId="{B2916DF6-311A-019C-0D67-C5E4872E3A79}"/>
          </ac:spMkLst>
        </pc:spChg>
        <pc:spChg chg="del mod">
          <ac:chgData name="Saurav Chauhan" userId="bc59c218e3e1523e" providerId="LiveId" clId="{98C990A7-2917-4BC7-8DB5-839CFEDE3EB6}" dt="2025-11-12T17:20:45.978" v="400"/>
          <ac:spMkLst>
            <pc:docMk/>
            <pc:sldMk cId="1025079930" sldId="2147472888"/>
            <ac:spMk id="7" creationId="{6DC406C4-FD56-9FF1-E980-AEFB2E545715}"/>
          </ac:spMkLst>
        </pc:spChg>
        <pc:spChg chg="add mod">
          <ac:chgData name="Saurav Chauhan" userId="bc59c218e3e1523e" providerId="LiveId" clId="{98C990A7-2917-4BC7-8DB5-839CFEDE3EB6}" dt="2025-11-12T17:21:22.553" v="405" actId="113"/>
          <ac:spMkLst>
            <pc:docMk/>
            <pc:sldMk cId="1025079930" sldId="2147472888"/>
            <ac:spMk id="9" creationId="{B1B924A7-EA42-21C7-A09B-E69F8D5F05F2}"/>
          </ac:spMkLst>
        </pc:spChg>
      </pc:sldChg>
      <pc:sldChg chg="addSp delSp modSp add mod">
        <pc:chgData name="Saurav Chauhan" userId="bc59c218e3e1523e" providerId="LiveId" clId="{98C990A7-2917-4BC7-8DB5-839CFEDE3EB6}" dt="2025-11-12T17:24:27.393" v="473" actId="113"/>
        <pc:sldMkLst>
          <pc:docMk/>
          <pc:sldMk cId="1841789662" sldId="2147472889"/>
        </pc:sldMkLst>
        <pc:spChg chg="mod">
          <ac:chgData name="Saurav Chauhan" userId="bc59c218e3e1523e" providerId="LiveId" clId="{98C990A7-2917-4BC7-8DB5-839CFEDE3EB6}" dt="2025-11-12T17:22:15.193" v="413" actId="113"/>
          <ac:spMkLst>
            <pc:docMk/>
            <pc:sldMk cId="1841789662" sldId="2147472889"/>
            <ac:spMk id="3" creationId="{E086D6C5-499F-3485-052D-2F9143D988A2}"/>
          </ac:spMkLst>
        </pc:spChg>
        <pc:spChg chg="add mod">
          <ac:chgData name="Saurav Chauhan" userId="bc59c218e3e1523e" providerId="LiveId" clId="{98C990A7-2917-4BC7-8DB5-839CFEDE3EB6}" dt="2025-11-12T17:24:27.393" v="473" actId="113"/>
          <ac:spMkLst>
            <pc:docMk/>
            <pc:sldMk cId="1841789662" sldId="2147472889"/>
            <ac:spMk id="4" creationId="{1B0ED0EC-A31F-F35B-EC16-226931AB28E8}"/>
          </ac:spMkLst>
        </pc:spChg>
        <pc:spChg chg="del mod">
          <ac:chgData name="Saurav Chauhan" userId="bc59c218e3e1523e" providerId="LiveId" clId="{98C990A7-2917-4BC7-8DB5-839CFEDE3EB6}" dt="2025-11-12T17:22:17.188" v="417"/>
          <ac:spMkLst>
            <pc:docMk/>
            <pc:sldMk cId="1841789662" sldId="2147472889"/>
            <ac:spMk id="5" creationId="{03382E54-AB40-9866-7596-9436C54889BE}"/>
          </ac:spMkLst>
        </pc:spChg>
        <pc:spChg chg="add mod">
          <ac:chgData name="Saurav Chauhan" userId="bc59c218e3e1523e" providerId="LiveId" clId="{98C990A7-2917-4BC7-8DB5-839CFEDE3EB6}" dt="2025-11-12T17:23:23.383" v="461" actId="113"/>
          <ac:spMkLst>
            <pc:docMk/>
            <pc:sldMk cId="1841789662" sldId="2147472889"/>
            <ac:spMk id="8" creationId="{FEEF5ED7-9EB9-FB9E-3B46-FF833F298206}"/>
          </ac:spMkLst>
        </pc:spChg>
        <pc:spChg chg="del mod">
          <ac:chgData name="Saurav Chauhan" userId="bc59c218e3e1523e" providerId="LiveId" clId="{98C990A7-2917-4BC7-8DB5-839CFEDE3EB6}" dt="2025-11-12T17:22:17.187" v="415"/>
          <ac:spMkLst>
            <pc:docMk/>
            <pc:sldMk cId="1841789662" sldId="2147472889"/>
            <ac:spMk id="9" creationId="{03EA197E-6F13-9423-B717-D1E4BBC5EF47}"/>
          </ac:spMkLst>
        </pc:spChg>
      </pc:sldChg>
      <pc:sldChg chg="addSp delSp modSp add mod">
        <pc:chgData name="Saurav Chauhan" userId="bc59c218e3e1523e" providerId="LiveId" clId="{98C990A7-2917-4BC7-8DB5-839CFEDE3EB6}" dt="2025-11-12T17:25:50.953" v="483" actId="20577"/>
        <pc:sldMkLst>
          <pc:docMk/>
          <pc:sldMk cId="3213611215" sldId="2147472890"/>
        </pc:sldMkLst>
        <pc:spChg chg="mod">
          <ac:chgData name="Saurav Chauhan" userId="bc59c218e3e1523e" providerId="LiveId" clId="{98C990A7-2917-4BC7-8DB5-839CFEDE3EB6}" dt="2025-11-12T17:24:10.124" v="465" actId="255"/>
          <ac:spMkLst>
            <pc:docMk/>
            <pc:sldMk cId="3213611215" sldId="2147472890"/>
            <ac:spMk id="3" creationId="{04E2BB02-59D0-0424-5341-129C3B1171ED}"/>
          </ac:spMkLst>
        </pc:spChg>
        <pc:spChg chg="del mod">
          <ac:chgData name="Saurav Chauhan" userId="bc59c218e3e1523e" providerId="LiveId" clId="{98C990A7-2917-4BC7-8DB5-839CFEDE3EB6}" dt="2025-11-12T17:24:22.136" v="472"/>
          <ac:spMkLst>
            <pc:docMk/>
            <pc:sldMk cId="3213611215" sldId="2147472890"/>
            <ac:spMk id="4" creationId="{B435DC8C-80EE-A80D-BFB1-010F254CC1BB}"/>
          </ac:spMkLst>
        </pc:spChg>
        <pc:spChg chg="add mod">
          <ac:chgData name="Saurav Chauhan" userId="bc59c218e3e1523e" providerId="LiveId" clId="{98C990A7-2917-4BC7-8DB5-839CFEDE3EB6}" dt="2025-11-12T17:25:50.953" v="483" actId="20577"/>
          <ac:spMkLst>
            <pc:docMk/>
            <pc:sldMk cId="3213611215" sldId="2147472890"/>
            <ac:spMk id="5" creationId="{FBB0C531-11E6-C753-794A-0943945920EB}"/>
          </ac:spMkLst>
        </pc:spChg>
        <pc:spChg chg="del mod">
          <ac:chgData name="Saurav Chauhan" userId="bc59c218e3e1523e" providerId="LiveId" clId="{98C990A7-2917-4BC7-8DB5-839CFEDE3EB6}" dt="2025-11-12T17:24:22.134" v="470"/>
          <ac:spMkLst>
            <pc:docMk/>
            <pc:sldMk cId="3213611215" sldId="2147472890"/>
            <ac:spMk id="8" creationId="{F117AF24-D7ED-4850-1544-C76769374CD8}"/>
          </ac:spMkLst>
        </pc:spChg>
      </pc:sldChg>
      <pc:sldChg chg="addSp delSp modSp add mod">
        <pc:chgData name="Saurav Chauhan" userId="bc59c218e3e1523e" providerId="LiveId" clId="{98C990A7-2917-4BC7-8DB5-839CFEDE3EB6}" dt="2025-11-12T17:27:48.442" v="558" actId="14100"/>
        <pc:sldMkLst>
          <pc:docMk/>
          <pc:sldMk cId="3580823088" sldId="2147472891"/>
        </pc:sldMkLst>
        <pc:spChg chg="mod">
          <ac:chgData name="Saurav Chauhan" userId="bc59c218e3e1523e" providerId="LiveId" clId="{98C990A7-2917-4BC7-8DB5-839CFEDE3EB6}" dt="2025-11-12T17:27:20.138" v="536" actId="20577"/>
          <ac:spMkLst>
            <pc:docMk/>
            <pc:sldMk cId="3580823088" sldId="2147472891"/>
            <ac:spMk id="3" creationId="{521FE74F-84C3-DAD4-D232-A63693F32D88}"/>
          </ac:spMkLst>
        </pc:spChg>
        <pc:spChg chg="add mod">
          <ac:chgData name="Saurav Chauhan" userId="bc59c218e3e1523e" providerId="LiveId" clId="{98C990A7-2917-4BC7-8DB5-839CFEDE3EB6}" dt="2025-11-12T17:26:51.531" v="497" actId="113"/>
          <ac:spMkLst>
            <pc:docMk/>
            <pc:sldMk cId="3580823088" sldId="2147472891"/>
            <ac:spMk id="4" creationId="{CB0FCEEE-2332-1E3F-C2CE-E891F51BCC75}"/>
          </ac:spMkLst>
        </pc:spChg>
        <pc:spChg chg="del mod">
          <ac:chgData name="Saurav Chauhan" userId="bc59c218e3e1523e" providerId="LiveId" clId="{98C990A7-2917-4BC7-8DB5-839CFEDE3EB6}" dt="2025-11-12T17:26:08.634" v="486"/>
          <ac:spMkLst>
            <pc:docMk/>
            <pc:sldMk cId="3580823088" sldId="2147472891"/>
            <ac:spMk id="5" creationId="{923A3178-B5A3-3405-C95B-5C67E7D8E304}"/>
          </ac:spMkLst>
        </pc:spChg>
        <pc:spChg chg="add mod">
          <ac:chgData name="Saurav Chauhan" userId="bc59c218e3e1523e" providerId="LiveId" clId="{98C990A7-2917-4BC7-8DB5-839CFEDE3EB6}" dt="2025-11-12T17:27:48.442" v="558" actId="14100"/>
          <ac:spMkLst>
            <pc:docMk/>
            <pc:sldMk cId="3580823088" sldId="2147472891"/>
            <ac:spMk id="8" creationId="{3FE19C75-068C-579C-BE4F-E6B725220E3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40990D-BEE7-428F-BEA7-CD132BB126CB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23E916-9206-4359-A5EC-4DC511DE93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19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1B442-9600-58A6-083C-FEAF89FA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3367D5-41DC-FF60-847F-17B75FF6C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3BB34-556E-0966-6F92-343A2AC25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81072-5C7B-4C40-8165-76D9C36DE56C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DDED5-CD05-6E65-1985-D622F59D8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8FDCA-3B05-FA1B-062B-D23F7C93F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D556-015B-4EF7-A85F-E4538783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072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E716F-7201-0CB5-B8AB-EFDCA83F8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F5C2C-AD2D-3C26-9B54-DDA497A81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8E6A1-12C1-7C20-9B2B-65639F0DB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81072-5C7B-4C40-8165-76D9C36DE56C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E0D12-0E22-0FB7-1391-492751A5B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111FD-D7C0-F51C-9805-08AEB4C73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D556-015B-4EF7-A85F-E4538783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346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03BE3-659C-CD66-BCA4-9E0A8AEFC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CCA4C-AFBF-AB79-CDC0-9D7CD3360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20718-294B-4182-26D4-6EF5DC261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81072-5C7B-4C40-8165-76D9C36DE56C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1E70B-566B-5FFC-CF93-C50D0693E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91533-A6F2-7B20-6B2A-51208DA29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D556-015B-4EF7-A85F-E4538783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8386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920CA-CA81-5391-DBDC-37D39E907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5DF10-60AA-6CBD-D262-0286E3CF5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E78AE9-E06C-B75C-4C7A-CAF21E8250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E6C3E8-63CF-0ADA-76DC-0ADB1C1AA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81072-5C7B-4C40-8165-76D9C36DE56C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92FC2-7DFD-7FBA-DD89-B2236764E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998A7-8965-2228-1304-FF77A6A7C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D556-015B-4EF7-A85F-E4538783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830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F94D3-791D-C891-471C-79EB71D67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AB38BE-7CEB-05E7-809D-AB1714823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EE680-0624-BF11-7E4E-C78412D02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042697-CE99-B4AF-24CF-BDB1CE42E7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6091B4-0D12-EC55-7F77-3C8359AE77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012F8D-6B04-FCBF-10DF-33FA531EF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81072-5C7B-4C40-8165-76D9C36DE56C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77E168-5B1B-3EC2-3498-1CE3F60E3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753F28-FAE5-8422-A041-BCB86185B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D556-015B-4EF7-A85F-E4538783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8338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D6749-CC26-6235-01AC-448812111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16E708-0854-F520-80EC-2941A4F1C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81072-5C7B-4C40-8165-76D9C36DE56C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04F4D-0A54-103E-12BE-C420D71D2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D56405-5921-2191-F877-D4F95A11B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D556-015B-4EF7-A85F-E4538783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0392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A82B95-8AE6-1067-D102-C7C843E3B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81072-5C7B-4C40-8165-76D9C36DE56C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EB5CA8-122D-50B8-9376-77C3FB8F1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49215-2E39-61B5-66AF-4A7C18F31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D556-015B-4EF7-A85F-E4538783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996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B6169-B55A-F156-7A53-712C909DA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210D9-5ED6-258C-9F23-7119F60D0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DAC52-984A-7958-BB57-C528177E4E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6D48AD-271A-E5B9-9733-EA2DFBACF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81072-5C7B-4C40-8165-76D9C36DE56C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049782-4D31-F8F3-D2A6-89627CAA8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82C30F-9999-DC12-5922-D9C3CD430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D556-015B-4EF7-A85F-E4538783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3912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03B51-1F8D-1A06-067E-A3A0C7F08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290E75-A00D-547F-C47B-9E582F4273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D1BBA9-859E-55CA-7EFB-8AA65EFF3B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EFC35F-AD5E-6693-80D4-8D6C2C3B9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81072-5C7B-4C40-8165-76D9C36DE56C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897E06-BF9A-A5E9-3CF6-734A85607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3CAE4C-9D46-7D8B-8A82-F05776F18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D556-015B-4EF7-A85F-E4538783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072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617D8-E625-A649-4103-CB6BE3C23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A0F85F-006C-0F23-3CF0-D408E8DEFB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156EB-1553-6534-93E7-6C12019D3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81072-5C7B-4C40-8165-76D9C36DE56C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0FE81-665C-0E1F-8D03-825ECDD77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C882C-61C6-DF94-5DFA-DB18C5671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D556-015B-4EF7-A85F-E4538783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9208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2C739E-F6FA-8D18-8930-B4FA8BD007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DAE97F-0C61-37D7-EF29-9962B3C5CB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47168-4B40-C3D8-6697-8CF6A2A01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81072-5C7B-4C40-8165-76D9C36DE56C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0AE27-A8C0-8242-EAE3-A0AE6D100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7364D-0A4F-C89E-73CD-43D9452D2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FD556-015B-4EF7-A85F-E4538783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404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776DAD-1FC4-CCB8-53E6-A84C007F4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3D253-F1F9-89E3-E3D7-4575EEBC9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8AFA3-748A-E9EE-E51E-D8E82AEF00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481072-5C7B-4C40-8165-76D9C36DE56C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17BA2-5D7C-F3B5-E4E0-B575D1F31C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6C372-1016-6DEC-B705-388795BE99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FD556-015B-4EF7-A85F-E4538783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664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80A2213-9191-FA18-A9D2-8F712EE7D87D}"/>
              </a:ext>
            </a:extLst>
          </p:cNvPr>
          <p:cNvSpPr txBox="1"/>
          <p:nvPr/>
        </p:nvSpPr>
        <p:spPr>
          <a:xfrm>
            <a:off x="574978" y="1085486"/>
            <a:ext cx="10798514" cy="3656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25000"/>
              </a:lnSpc>
              <a:buNone/>
            </a:pPr>
            <a:r>
              <a:rPr lang="en-US" sz="6000" b="0" i="0" u="none" strike="noStrike" dirty="0">
                <a:solidFill>
                  <a:srgbClr val="262626"/>
                </a:solidFill>
                <a:effectLst/>
                <a:latin typeface="Bahnschrift SemiBold SemiConden" panose="020B0502040204020203" pitchFamily="34" charset="0"/>
              </a:rPr>
              <a:t>Lecture-</a:t>
            </a:r>
            <a:r>
              <a:rPr lang="en-US" sz="6000" dirty="0">
                <a:solidFill>
                  <a:srgbClr val="262626"/>
                </a:solidFill>
                <a:latin typeface="Bahnschrift SemiBold SemiConden" panose="020B0502040204020203" pitchFamily="34" charset="0"/>
              </a:rPr>
              <a:t>8</a:t>
            </a:r>
            <a:endParaRPr lang="en-US" sz="2000" b="0" dirty="0">
              <a:effectLst/>
              <a:latin typeface="Bahnschrift SemiBold SemiConden" panose="020B0502040204020203" pitchFamily="34" charset="0"/>
            </a:endParaRPr>
          </a:p>
          <a:p>
            <a:pPr>
              <a:lnSpc>
                <a:spcPct val="125000"/>
              </a:lnSpc>
              <a:buNone/>
            </a:pPr>
            <a:r>
              <a:rPr lang="en-US" sz="3200" b="1" dirty="0">
                <a:latin typeface="Bahnschrift SemiBold SemiConden" panose="020B0502040204020203" pitchFamily="34" charset="0"/>
              </a:rPr>
              <a:t>JavaScript</a:t>
            </a:r>
          </a:p>
          <a:p>
            <a:pPr>
              <a:lnSpc>
                <a:spcPct val="125000"/>
              </a:lnSpc>
              <a:buNone/>
            </a:pPr>
            <a:r>
              <a:rPr lang="en-US" sz="3200" b="1" dirty="0">
                <a:latin typeface="Bahnschrift SemiBold SemiConden" panose="020B0502040204020203" pitchFamily="34" charset="0"/>
              </a:rPr>
              <a:t>Promises </a:t>
            </a:r>
          </a:p>
          <a:p>
            <a:pPr>
              <a:lnSpc>
                <a:spcPct val="125000"/>
              </a:lnSpc>
              <a:buNone/>
            </a:pPr>
            <a:r>
              <a:rPr lang="en-US" sz="3200" b="1" dirty="0">
                <a:latin typeface="Bahnschrift SemiBold SemiConden" panose="020B0502040204020203" pitchFamily="34" charset="0"/>
              </a:rPr>
              <a:t>OOP (</a:t>
            </a:r>
            <a:r>
              <a:rPr lang="en-IN" sz="3200" dirty="0"/>
              <a:t>Object-Oriented Programming)</a:t>
            </a:r>
          </a:p>
          <a:p>
            <a:pPr>
              <a:lnSpc>
                <a:spcPct val="125000"/>
              </a:lnSpc>
              <a:buNone/>
            </a:pPr>
            <a:endParaRPr lang="en-US" sz="3200" b="1" dirty="0"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0947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31B130-EA7C-5D2F-ADFE-20E09D049E20}"/>
              </a:ext>
            </a:extLst>
          </p:cNvPr>
          <p:cNvSpPr txBox="1"/>
          <p:nvPr/>
        </p:nvSpPr>
        <p:spPr>
          <a:xfrm>
            <a:off x="377787" y="1883327"/>
            <a:ext cx="11391426" cy="2645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 </a:t>
            </a:r>
            <a:r>
              <a:rPr lang="en-US" sz="2000" b="1" dirty="0"/>
              <a:t>Promise</a:t>
            </a:r>
            <a:r>
              <a:rPr lang="en-US" sz="2000" dirty="0"/>
              <a:t> in JavaScript is an object that represents the result of an </a:t>
            </a:r>
            <a:r>
              <a:rPr lang="en-US" sz="2000" b="1" dirty="0"/>
              <a:t>asynchronous operation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A Promise can be in one of these states:</a:t>
            </a:r>
          </a:p>
          <a:p>
            <a:r>
              <a:rPr lang="en-US" sz="2000" b="1" dirty="0"/>
              <a:t>Pending</a:t>
            </a:r>
            <a:r>
              <a:rPr lang="en-US" sz="2000" dirty="0"/>
              <a:t> → Work in progress</a:t>
            </a:r>
          </a:p>
          <a:p>
            <a:r>
              <a:rPr lang="en-US" sz="2000" b="1" dirty="0"/>
              <a:t>Fulfilled</a:t>
            </a:r>
            <a:r>
              <a:rPr lang="en-US" sz="2000" dirty="0"/>
              <a:t> → Successfully completed</a:t>
            </a:r>
          </a:p>
          <a:p>
            <a:r>
              <a:rPr lang="en-US" sz="2000" b="1" dirty="0"/>
              <a:t>Rejected</a:t>
            </a:r>
            <a:r>
              <a:rPr lang="en-US" sz="2000" dirty="0"/>
              <a:t> → Failed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8331EE-31FE-4423-D9BE-3686C038220E}"/>
              </a:ext>
            </a:extLst>
          </p:cNvPr>
          <p:cNvSpPr txBox="1"/>
          <p:nvPr/>
        </p:nvSpPr>
        <p:spPr>
          <a:xfrm>
            <a:off x="2045110" y="26761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Promises</a:t>
            </a:r>
          </a:p>
        </p:txBody>
      </p:sp>
    </p:spTree>
    <p:extLst>
      <p:ext uri="{BB962C8B-B14F-4D97-AF65-F5344CB8AC3E}">
        <p14:creationId xmlns:p14="http://schemas.microsoft.com/office/powerpoint/2010/main" val="716685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8154FA-654D-DEB3-60E9-72780BC5C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5B26B07-9518-68CC-95D9-0B319D721BAC}"/>
              </a:ext>
            </a:extLst>
          </p:cNvPr>
          <p:cNvSpPr txBox="1"/>
          <p:nvPr/>
        </p:nvSpPr>
        <p:spPr>
          <a:xfrm>
            <a:off x="377787" y="1883327"/>
            <a:ext cx="11391426" cy="503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/>
              <a:t>To handle </a:t>
            </a:r>
            <a:r>
              <a:rPr lang="en-US" sz="2000" b="1"/>
              <a:t>asynchronous operations</a:t>
            </a:r>
            <a:r>
              <a:rPr lang="en-US" sz="2000"/>
              <a:t> (like fetching data from API)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93B859-8EDF-AF88-CFFF-49BB7E029AAA}"/>
              </a:ext>
            </a:extLst>
          </p:cNvPr>
          <p:cNvSpPr txBox="1"/>
          <p:nvPr/>
        </p:nvSpPr>
        <p:spPr>
          <a:xfrm>
            <a:off x="2045110" y="26761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Why do we use Promises?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31BBA3-388B-1A8D-991B-F44046A5614F}"/>
              </a:ext>
            </a:extLst>
          </p:cNvPr>
          <p:cNvSpPr txBox="1"/>
          <p:nvPr/>
        </p:nvSpPr>
        <p:spPr>
          <a:xfrm>
            <a:off x="914400" y="3043365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Syntax: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let </a:t>
            </a:r>
            <a:r>
              <a:rPr lang="en-IN" dirty="0" err="1"/>
              <a:t>myPromise</a:t>
            </a:r>
            <a:r>
              <a:rPr lang="en-IN" dirty="0"/>
              <a:t> = new Promise(function(resolve, reject) {</a:t>
            </a:r>
          </a:p>
          <a:p>
            <a:r>
              <a:rPr lang="en-IN" dirty="0"/>
              <a:t>    // some work</a:t>
            </a:r>
          </a:p>
          <a:p>
            <a:endParaRPr lang="en-IN" dirty="0"/>
          </a:p>
          <a:p>
            <a:r>
              <a:rPr lang="en-IN" dirty="0"/>
              <a:t>    if (/* work successful */) {</a:t>
            </a:r>
          </a:p>
          <a:p>
            <a:r>
              <a:rPr lang="en-IN" dirty="0"/>
              <a:t>        resolve("Success message");</a:t>
            </a:r>
          </a:p>
          <a:p>
            <a:r>
              <a:rPr lang="en-IN" dirty="0"/>
              <a:t>    } else {</a:t>
            </a:r>
          </a:p>
          <a:p>
            <a:r>
              <a:rPr lang="en-IN" dirty="0"/>
              <a:t>        reject("Error message");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1E071C-8102-2B81-5998-17391BB4F8D4}"/>
              </a:ext>
            </a:extLst>
          </p:cNvPr>
          <p:cNvSpPr txBox="1"/>
          <p:nvPr/>
        </p:nvSpPr>
        <p:spPr>
          <a:xfrm>
            <a:off x="7541342" y="490759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</a:rPr>
              <a:t>resolve()</a:t>
            </a:r>
            <a:r>
              <a:rPr lang="en-US" b="1" dirty="0"/>
              <a:t> → Promise is successful</a:t>
            </a:r>
          </a:p>
          <a:p>
            <a:r>
              <a:rPr lang="en-US" b="1" dirty="0">
                <a:latin typeface="Courier New" panose="02070309020205020404" pitchFamily="49" charset="0"/>
              </a:rPr>
              <a:t>reject()</a:t>
            </a:r>
            <a:r>
              <a:rPr lang="en-US" b="1" dirty="0"/>
              <a:t> → Promise has an error</a:t>
            </a:r>
          </a:p>
        </p:txBody>
      </p:sp>
    </p:spTree>
    <p:extLst>
      <p:ext uri="{BB962C8B-B14F-4D97-AF65-F5344CB8AC3E}">
        <p14:creationId xmlns:p14="http://schemas.microsoft.com/office/powerpoint/2010/main" val="1940423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15A0A7-E17E-D371-57A4-81146F0A0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0B7D67D-2F43-FB60-2916-1D1549D4570B}"/>
              </a:ext>
            </a:extLst>
          </p:cNvPr>
          <p:cNvSpPr txBox="1"/>
          <p:nvPr/>
        </p:nvSpPr>
        <p:spPr>
          <a:xfrm>
            <a:off x="6420464" y="1443841"/>
            <a:ext cx="650895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Courier New" panose="02070309020205020404" pitchFamily="49" charset="0"/>
              </a:rPr>
              <a:t>.then()</a:t>
            </a:r>
            <a:r>
              <a:rPr lang="en-US" b="1" dirty="0"/>
              <a:t> and </a:t>
            </a:r>
            <a:r>
              <a:rPr lang="en-US" b="1" dirty="0">
                <a:latin typeface="Courier New" panose="02070309020205020404" pitchFamily="49" charset="0"/>
              </a:rPr>
              <a:t>.catch()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Courier New" panose="02070309020205020404" pitchFamily="49" charset="0"/>
              </a:rPr>
              <a:t>.then()</a:t>
            </a:r>
            <a:endParaRPr lang="en-US" b="1" dirty="0"/>
          </a:p>
          <a:p>
            <a:r>
              <a:rPr lang="en-US" dirty="0"/>
              <a:t>       Runs when the Promise is </a:t>
            </a:r>
            <a:r>
              <a:rPr lang="en-US" b="1" dirty="0"/>
              <a:t>fulfilled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Courier New" panose="02070309020205020404" pitchFamily="49" charset="0"/>
              </a:rPr>
              <a:t>.catch()</a:t>
            </a:r>
            <a:endParaRPr lang="en-US" b="1" dirty="0"/>
          </a:p>
          <a:p>
            <a:r>
              <a:rPr lang="en-US" dirty="0"/>
              <a:t>      Runs when the Promise is </a:t>
            </a:r>
            <a:r>
              <a:rPr lang="en-US" b="1" dirty="0"/>
              <a:t>rejected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Example:</a:t>
            </a:r>
          </a:p>
          <a:p>
            <a:pPr rtl="0">
              <a:buNone/>
            </a:pPr>
            <a:r>
              <a:rPr lang="en-US" b="1" dirty="0">
                <a:latin typeface="Courier New" panose="02070309020205020404" pitchFamily="49" charset="0"/>
              </a:rPr>
              <a:t>promise</a:t>
            </a:r>
          </a:p>
          <a:p>
            <a:pPr rtl="0">
              <a:buNone/>
            </a:pPr>
            <a:r>
              <a:rPr lang="en-US" b="1" dirty="0">
                <a:latin typeface="Courier New" panose="02070309020205020404" pitchFamily="49" charset="0"/>
              </a:rPr>
              <a:t>    .then(data =&gt; </a:t>
            </a:r>
          </a:p>
          <a:p>
            <a:pPr rtl="0">
              <a:buNone/>
            </a:pPr>
            <a:r>
              <a:rPr lang="en-US" b="1" dirty="0">
                <a:latin typeface="Courier New" panose="02070309020205020404" pitchFamily="49" charset="0"/>
              </a:rPr>
              <a:t>           console.log("Success:", data))</a:t>
            </a:r>
          </a:p>
          <a:p>
            <a:pPr rtl="0">
              <a:buNone/>
            </a:pPr>
            <a:r>
              <a:rPr lang="en-US" b="1" dirty="0">
                <a:latin typeface="Courier New" panose="02070309020205020404" pitchFamily="49" charset="0"/>
              </a:rPr>
              <a:t>    .catch(error =&gt; </a:t>
            </a:r>
          </a:p>
          <a:p>
            <a:pPr rtl="0">
              <a:buNone/>
            </a:pPr>
            <a:r>
              <a:rPr lang="en-US" b="1" dirty="0">
                <a:latin typeface="Courier New" panose="02070309020205020404" pitchFamily="49" charset="0"/>
              </a:rPr>
              <a:t>           console.log("Error:", error));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933E9E-D16C-69F8-641A-5FCB6A80CFE2}"/>
              </a:ext>
            </a:extLst>
          </p:cNvPr>
          <p:cNvSpPr txBox="1"/>
          <p:nvPr/>
        </p:nvSpPr>
        <p:spPr>
          <a:xfrm>
            <a:off x="1936955" y="32661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Promise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FCB24B-AF4A-BE3A-7D1A-DEDDF579F442}"/>
              </a:ext>
            </a:extLst>
          </p:cNvPr>
          <p:cNvSpPr txBox="1"/>
          <p:nvPr/>
        </p:nvSpPr>
        <p:spPr>
          <a:xfrm>
            <a:off x="852949" y="1240670"/>
            <a:ext cx="481043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let promise = new Promise((resolve, reject) =&gt; {</a:t>
            </a:r>
          </a:p>
          <a:p>
            <a:r>
              <a:rPr lang="en-IN" b="1" dirty="0"/>
              <a:t>    let </a:t>
            </a:r>
            <a:r>
              <a:rPr lang="en-IN" b="1" dirty="0" err="1"/>
              <a:t>workDone</a:t>
            </a:r>
            <a:r>
              <a:rPr lang="en-IN" b="1" dirty="0"/>
              <a:t> = true;</a:t>
            </a:r>
          </a:p>
          <a:p>
            <a:endParaRPr lang="en-IN" b="1" dirty="0"/>
          </a:p>
          <a:p>
            <a:r>
              <a:rPr lang="en-IN" b="1" dirty="0"/>
              <a:t>    if (</a:t>
            </a:r>
            <a:r>
              <a:rPr lang="en-IN" b="1" dirty="0" err="1"/>
              <a:t>workDone</a:t>
            </a:r>
            <a:r>
              <a:rPr lang="en-IN" b="1" dirty="0"/>
              <a:t>) {</a:t>
            </a:r>
          </a:p>
          <a:p>
            <a:r>
              <a:rPr lang="en-IN" b="1" dirty="0"/>
              <a:t>        resolve("Task completed!");</a:t>
            </a:r>
          </a:p>
          <a:p>
            <a:r>
              <a:rPr lang="en-IN" b="1" dirty="0"/>
              <a:t>    } else {</a:t>
            </a:r>
          </a:p>
          <a:p>
            <a:r>
              <a:rPr lang="en-IN" b="1" dirty="0"/>
              <a:t>        reject("Task failed!");</a:t>
            </a:r>
          </a:p>
          <a:p>
            <a:r>
              <a:rPr lang="en-IN" b="1" dirty="0"/>
              <a:t>    }</a:t>
            </a:r>
          </a:p>
          <a:p>
            <a:r>
              <a:rPr lang="en-IN" b="1" dirty="0"/>
              <a:t>});</a:t>
            </a:r>
          </a:p>
          <a:p>
            <a:endParaRPr lang="en-IN" b="1" dirty="0"/>
          </a:p>
          <a:p>
            <a:r>
              <a:rPr lang="en-IN" b="1" dirty="0"/>
              <a:t>promise</a:t>
            </a:r>
          </a:p>
          <a:p>
            <a:r>
              <a:rPr lang="en-IN" b="1" dirty="0"/>
              <a:t>    .then(result =&gt; { console.log(result); })</a:t>
            </a:r>
          </a:p>
          <a:p>
            <a:r>
              <a:rPr lang="en-IN" b="1" dirty="0"/>
              <a:t>    .catch(error =&gt; { console.log(error); });</a:t>
            </a:r>
          </a:p>
        </p:txBody>
      </p:sp>
    </p:spTree>
    <p:extLst>
      <p:ext uri="{BB962C8B-B14F-4D97-AF65-F5344CB8AC3E}">
        <p14:creationId xmlns:p14="http://schemas.microsoft.com/office/powerpoint/2010/main" val="3423981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C0913B-2C9F-8F45-4B12-8F19AA71C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DE5A65-2D4D-78B7-2097-A364FA837F63}"/>
              </a:ext>
            </a:extLst>
          </p:cNvPr>
          <p:cNvSpPr txBox="1"/>
          <p:nvPr/>
        </p:nvSpPr>
        <p:spPr>
          <a:xfrm>
            <a:off x="2045110" y="26761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Promises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C71F66-7DC3-33C9-76A9-87FF8E5896C7}"/>
              </a:ext>
            </a:extLst>
          </p:cNvPr>
          <p:cNvSpPr txBox="1"/>
          <p:nvPr/>
        </p:nvSpPr>
        <p:spPr>
          <a:xfrm>
            <a:off x="324464" y="1443841"/>
            <a:ext cx="303816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Promises </a:t>
            </a:r>
            <a:r>
              <a:rPr lang="en-IN" b="1" dirty="0"/>
              <a:t>Chaining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run multiple async tasks one after another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r>
              <a:rPr lang="en-IN" dirty="0"/>
              <a:t>new Promise((resolve) =&gt; {</a:t>
            </a:r>
          </a:p>
          <a:p>
            <a:r>
              <a:rPr lang="en-IN" dirty="0"/>
              <a:t>    resolve(10);</a:t>
            </a:r>
          </a:p>
          <a:p>
            <a:r>
              <a:rPr lang="en-IN" dirty="0"/>
              <a:t>})</a:t>
            </a:r>
          </a:p>
          <a:p>
            <a:r>
              <a:rPr lang="en-IN" dirty="0"/>
              <a:t>.then(</a:t>
            </a:r>
            <a:r>
              <a:rPr lang="en-IN" dirty="0" err="1"/>
              <a:t>num</a:t>
            </a:r>
            <a:r>
              <a:rPr lang="en-IN" dirty="0"/>
              <a:t> =&gt; {</a:t>
            </a:r>
          </a:p>
          <a:p>
            <a:r>
              <a:rPr lang="en-IN" dirty="0"/>
              <a:t>    console.log(</a:t>
            </a:r>
            <a:r>
              <a:rPr lang="en-IN" dirty="0" err="1"/>
              <a:t>num</a:t>
            </a:r>
            <a:r>
              <a:rPr lang="en-IN" dirty="0"/>
              <a:t>);</a:t>
            </a:r>
          </a:p>
          <a:p>
            <a:r>
              <a:rPr lang="en-IN" dirty="0"/>
              <a:t>    return </a:t>
            </a:r>
            <a:r>
              <a:rPr lang="en-IN" dirty="0" err="1"/>
              <a:t>num</a:t>
            </a:r>
            <a:r>
              <a:rPr lang="en-IN" dirty="0"/>
              <a:t> * 2;</a:t>
            </a:r>
          </a:p>
          <a:p>
            <a:r>
              <a:rPr lang="en-IN" dirty="0"/>
              <a:t>})</a:t>
            </a:r>
          </a:p>
          <a:p>
            <a:r>
              <a:rPr lang="en-IN" dirty="0"/>
              <a:t>.then(</a:t>
            </a:r>
            <a:r>
              <a:rPr lang="en-IN" dirty="0" err="1"/>
              <a:t>num</a:t>
            </a:r>
            <a:r>
              <a:rPr lang="en-IN" dirty="0"/>
              <a:t> =&gt; {</a:t>
            </a:r>
          </a:p>
          <a:p>
            <a:r>
              <a:rPr lang="en-IN" dirty="0"/>
              <a:t>    console.log(</a:t>
            </a:r>
            <a:r>
              <a:rPr lang="en-IN" dirty="0" err="1"/>
              <a:t>num</a:t>
            </a:r>
            <a:r>
              <a:rPr lang="en-IN" dirty="0"/>
              <a:t>);</a:t>
            </a:r>
          </a:p>
          <a:p>
            <a:r>
              <a:rPr lang="en-IN" dirty="0"/>
              <a:t>    return </a:t>
            </a:r>
            <a:r>
              <a:rPr lang="en-IN" dirty="0" err="1"/>
              <a:t>num</a:t>
            </a:r>
            <a:r>
              <a:rPr lang="en-IN" dirty="0"/>
              <a:t> * 3;</a:t>
            </a:r>
          </a:p>
          <a:p>
            <a:r>
              <a:rPr lang="en-IN" dirty="0"/>
              <a:t>})</a:t>
            </a:r>
          </a:p>
          <a:p>
            <a:r>
              <a:rPr lang="en-IN" dirty="0"/>
              <a:t>.then(</a:t>
            </a:r>
            <a:r>
              <a:rPr lang="en-IN" dirty="0" err="1"/>
              <a:t>num</a:t>
            </a:r>
            <a:r>
              <a:rPr lang="en-IN" dirty="0"/>
              <a:t> =&gt; {</a:t>
            </a:r>
          </a:p>
          <a:p>
            <a:r>
              <a:rPr lang="en-IN" dirty="0"/>
              <a:t>    console.log(</a:t>
            </a:r>
            <a:r>
              <a:rPr lang="en-IN" dirty="0" err="1"/>
              <a:t>num</a:t>
            </a:r>
            <a:r>
              <a:rPr lang="en-IN" dirty="0"/>
              <a:t>);</a:t>
            </a:r>
          </a:p>
          <a:p>
            <a:r>
              <a:rPr lang="en-IN" dirty="0"/>
              <a:t>});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5EBCFA-C338-4947-4ACB-E109B1A1264A}"/>
              </a:ext>
            </a:extLst>
          </p:cNvPr>
          <p:cNvSpPr txBox="1"/>
          <p:nvPr/>
        </p:nvSpPr>
        <p:spPr>
          <a:xfrm>
            <a:off x="5417574" y="1443841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 err="1"/>
              <a:t>Promise.all</a:t>
            </a:r>
            <a:r>
              <a:rPr lang="en-US" b="1" dirty="0"/>
              <a:t>() --  (</a:t>
            </a:r>
            <a:r>
              <a:rPr lang="en-IN" dirty="0"/>
              <a:t>waits for all)</a:t>
            </a:r>
            <a:endParaRPr lang="en-US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Runs multiple promises at the same time and waits until </a:t>
            </a:r>
            <a:r>
              <a:rPr lang="en-US" b="1" dirty="0"/>
              <a:t>all</a:t>
            </a:r>
            <a:r>
              <a:rPr lang="en-US" dirty="0"/>
              <a:t> are finished.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rtl="0">
              <a:buNone/>
            </a:pPr>
            <a:r>
              <a:rPr lang="en-US" b="1" dirty="0" err="1">
                <a:latin typeface="Courier New" panose="02070309020205020404" pitchFamily="49" charset="0"/>
              </a:rPr>
              <a:t>Promise.all</a:t>
            </a:r>
            <a:r>
              <a:rPr lang="en-US" b="1" dirty="0">
                <a:latin typeface="Courier New" panose="02070309020205020404" pitchFamily="49" charset="0"/>
              </a:rPr>
              <a:t>([   fetch("https://jsonplaceholder.typicode.com                  /users/1"), fetch("https://jsonplaceholder.typicode.com/posts/1")</a:t>
            </a:r>
          </a:p>
          <a:p>
            <a:pPr rtl="0">
              <a:buNone/>
            </a:pPr>
            <a:r>
              <a:rPr lang="en-US" b="1" dirty="0">
                <a:latin typeface="Courier New" panose="02070309020205020404" pitchFamily="49" charset="0"/>
              </a:rPr>
              <a:t>])</a:t>
            </a:r>
          </a:p>
          <a:p>
            <a:pPr rtl="0">
              <a:buNone/>
            </a:pPr>
            <a:endParaRPr lang="en-US" b="1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b="1" dirty="0">
                <a:latin typeface="Courier New" panose="02070309020205020404" pitchFamily="49" charset="0"/>
              </a:rPr>
              <a:t>.then(responses =&gt; console.log("All done!", responses));</a:t>
            </a:r>
          </a:p>
          <a:p>
            <a:pPr rtl="0">
              <a:buNone/>
            </a:pPr>
            <a:endParaRPr lang="en-US" b="1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US" b="1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927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A0878E-677E-C740-B7BF-8F98BAC54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CF71F1-9427-BBFB-0512-34E1415CB3DC}"/>
              </a:ext>
            </a:extLst>
          </p:cNvPr>
          <p:cNvSpPr txBox="1"/>
          <p:nvPr/>
        </p:nvSpPr>
        <p:spPr>
          <a:xfrm>
            <a:off x="2045110" y="26761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Promises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DA1FCE-0593-9EFD-4108-066A9E4831BD}"/>
              </a:ext>
            </a:extLst>
          </p:cNvPr>
          <p:cNvSpPr txBox="1"/>
          <p:nvPr/>
        </p:nvSpPr>
        <p:spPr>
          <a:xfrm>
            <a:off x="5417574" y="1443841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Promise.race</a:t>
            </a:r>
            <a:r>
              <a:rPr lang="en-US" b="1" dirty="0"/>
              <a:t>() – (</a:t>
            </a:r>
            <a:r>
              <a:rPr lang="en-IN" dirty="0"/>
              <a:t>returns fastest)</a:t>
            </a:r>
            <a:endParaRPr lang="en-US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Provide the result of </a:t>
            </a:r>
            <a:r>
              <a:rPr lang="en-US" b="1" dirty="0"/>
              <a:t>the fastest</a:t>
            </a:r>
            <a:r>
              <a:rPr lang="en-US" dirty="0"/>
              <a:t> promise (first one to finish).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r>
              <a:rPr lang="en-US" dirty="0" err="1"/>
              <a:t>Promise.race</a:t>
            </a:r>
            <a:r>
              <a:rPr lang="en-US" dirty="0"/>
              <a:t>([</a:t>
            </a:r>
          </a:p>
          <a:p>
            <a:r>
              <a:rPr lang="en-US" dirty="0"/>
              <a:t>    fetch("https://jsonplaceholder.typicode.com/users/1"),</a:t>
            </a:r>
          </a:p>
          <a:p>
            <a:r>
              <a:rPr lang="en-US" dirty="0"/>
              <a:t>    fetch("https://jsonplaceholder.typicode.com/posts/1")</a:t>
            </a:r>
          </a:p>
          <a:p>
            <a:r>
              <a:rPr lang="en-US" dirty="0"/>
              <a:t>])</a:t>
            </a:r>
          </a:p>
          <a:p>
            <a:r>
              <a:rPr lang="en-US" dirty="0"/>
              <a:t>.then(result =&gt; console.log("Fastest response:", result));</a:t>
            </a:r>
          </a:p>
          <a:p>
            <a:endParaRPr lang="en-US" dirty="0"/>
          </a:p>
          <a:p>
            <a:pPr rtl="0">
              <a:buNone/>
            </a:pPr>
            <a:endParaRPr lang="en-US" b="1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US" b="1" dirty="0">
              <a:latin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3D2F99-CD08-F0C7-7630-14575B79B7DF}"/>
              </a:ext>
            </a:extLst>
          </p:cNvPr>
          <p:cNvSpPr txBox="1"/>
          <p:nvPr/>
        </p:nvSpPr>
        <p:spPr>
          <a:xfrm>
            <a:off x="855406" y="144384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Courier New" panose="02070309020205020404" pitchFamily="49" charset="0"/>
              </a:rPr>
              <a:t>.then()</a:t>
            </a:r>
            <a:r>
              <a:rPr lang="en-IN" dirty="0"/>
              <a:t> → success</a:t>
            </a:r>
          </a:p>
          <a:p>
            <a:r>
              <a:rPr lang="en-IN" dirty="0"/>
              <a:t>.catch() → error</a:t>
            </a:r>
          </a:p>
        </p:txBody>
      </p:sp>
    </p:spTree>
    <p:extLst>
      <p:ext uri="{BB962C8B-B14F-4D97-AF65-F5344CB8AC3E}">
        <p14:creationId xmlns:p14="http://schemas.microsoft.com/office/powerpoint/2010/main" val="3245704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8869C8-7D2A-32A2-7E30-F52A734EF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B2494B-1D0C-8F0C-3067-E7C426C375B1}"/>
              </a:ext>
            </a:extLst>
          </p:cNvPr>
          <p:cNvSpPr txBox="1"/>
          <p:nvPr/>
        </p:nvSpPr>
        <p:spPr>
          <a:xfrm>
            <a:off x="2045110" y="26761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Promises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16C2A8-F0A7-A71A-E99F-86130EF2CE91}"/>
              </a:ext>
            </a:extLst>
          </p:cNvPr>
          <p:cNvSpPr txBox="1"/>
          <p:nvPr/>
        </p:nvSpPr>
        <p:spPr>
          <a:xfrm>
            <a:off x="5417574" y="144384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 rtl="0">
              <a:buNone/>
            </a:pPr>
            <a:endParaRPr lang="en-US" b="1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US" b="1" dirty="0">
              <a:latin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C130C2-8847-BDD6-6D40-F1D5D9F1687E}"/>
              </a:ext>
            </a:extLst>
          </p:cNvPr>
          <p:cNvSpPr txBox="1"/>
          <p:nvPr/>
        </p:nvSpPr>
        <p:spPr>
          <a:xfrm>
            <a:off x="2536722" y="1628507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Question: Predict the output</a:t>
            </a:r>
          </a:p>
          <a:p>
            <a:endParaRPr lang="en-IN" dirty="0"/>
          </a:p>
          <a:p>
            <a:r>
              <a:rPr lang="en-IN" dirty="0"/>
              <a:t>let work = new Promise((ok) =&gt; {</a:t>
            </a:r>
          </a:p>
          <a:p>
            <a:r>
              <a:rPr lang="en-IN" dirty="0"/>
              <a:t>    </a:t>
            </a:r>
            <a:r>
              <a:rPr lang="en-IN" dirty="0" err="1"/>
              <a:t>setTimeout</a:t>
            </a:r>
            <a:r>
              <a:rPr lang="en-IN" dirty="0"/>
              <a:t>(() =&gt; ok(5), 1000);</a:t>
            </a:r>
          </a:p>
          <a:p>
            <a:r>
              <a:rPr lang="en-IN" dirty="0"/>
              <a:t>});</a:t>
            </a:r>
          </a:p>
          <a:p>
            <a:endParaRPr lang="en-IN" dirty="0"/>
          </a:p>
          <a:p>
            <a:r>
              <a:rPr lang="en-IN" dirty="0" err="1"/>
              <a:t>work.then</a:t>
            </a:r>
            <a:r>
              <a:rPr lang="en-IN" dirty="0"/>
              <a:t>(</a:t>
            </a:r>
            <a:r>
              <a:rPr lang="en-IN" dirty="0" err="1"/>
              <a:t>num</a:t>
            </a:r>
            <a:r>
              <a:rPr lang="en-IN" dirty="0"/>
              <a:t> =&gt; console.log(</a:t>
            </a:r>
            <a:r>
              <a:rPr lang="en-IN" dirty="0" err="1"/>
              <a:t>num</a:t>
            </a:r>
            <a:r>
              <a:rPr lang="en-IN" dirty="0"/>
              <a:t> * 2));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Question: Use the </a:t>
            </a:r>
            <a:r>
              <a:rPr lang="en-IN" dirty="0" err="1"/>
              <a:t>api</a:t>
            </a:r>
            <a:r>
              <a:rPr lang="en-IN" dirty="0"/>
              <a:t> and call the data on </a:t>
            </a:r>
            <a:r>
              <a:rPr lang="en-IN" dirty="0" err="1"/>
              <a:t>ui</a:t>
            </a:r>
            <a:r>
              <a:rPr lang="en-IN" dirty="0"/>
              <a:t> using promises.</a:t>
            </a:r>
          </a:p>
          <a:p>
            <a:r>
              <a:rPr lang="en-IN" dirty="0"/>
              <a:t>API: “https://dummyjson.com/products/1”</a:t>
            </a:r>
          </a:p>
        </p:txBody>
      </p:sp>
    </p:spTree>
    <p:extLst>
      <p:ext uri="{BB962C8B-B14F-4D97-AF65-F5344CB8AC3E}">
        <p14:creationId xmlns:p14="http://schemas.microsoft.com/office/powerpoint/2010/main" val="2661271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2A6415-2C4B-8689-5668-F05C7C4A0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5F90790-FD07-F100-E3E7-1189A8C7E582}"/>
              </a:ext>
            </a:extLst>
          </p:cNvPr>
          <p:cNvSpPr txBox="1"/>
          <p:nvPr/>
        </p:nvSpPr>
        <p:spPr>
          <a:xfrm>
            <a:off x="377787" y="1883327"/>
            <a:ext cx="11391426" cy="2799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/>
              <a:t>Object-Oriented Programming (OOP)</a:t>
            </a:r>
            <a:r>
              <a:rPr lang="en-US" sz="2000" dirty="0"/>
              <a:t> is a paradigm where code is organized into </a:t>
            </a:r>
            <a:r>
              <a:rPr lang="en-US" sz="2000" b="1" dirty="0"/>
              <a:t>objects.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 — bundles of related </a:t>
            </a:r>
            <a:r>
              <a:rPr lang="en-US" sz="2000" b="1" dirty="0"/>
              <a:t>data (properties)</a:t>
            </a:r>
            <a:r>
              <a:rPr lang="en-US" sz="2000" dirty="0"/>
              <a:t> and </a:t>
            </a:r>
            <a:r>
              <a:rPr lang="en-US" sz="2000" b="1" dirty="0"/>
              <a:t>behavior (methods)</a:t>
            </a:r>
            <a:r>
              <a:rPr lang="en-US" sz="2000" dirty="0"/>
              <a:t>.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Bahnschrift" panose="020B0502040204020203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/>
              <a:t>JavaScript supports OOP using </a:t>
            </a:r>
            <a:r>
              <a:rPr lang="en-US" sz="2000" b="1" dirty="0"/>
              <a:t>prototypes</a:t>
            </a:r>
            <a:r>
              <a:rPr lang="en-US" sz="2000" dirty="0"/>
              <a:t> and </a:t>
            </a:r>
            <a:r>
              <a:rPr lang="en-US" sz="2000" b="1" dirty="0"/>
              <a:t>ES6 classes</a:t>
            </a:r>
            <a:r>
              <a:rPr lang="en-US" sz="2000" dirty="0"/>
              <a:t>.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Bahnschrift" panose="020B0502040204020203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/>
              <a:t>It helps to create scalable, reusable, and structured code.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68A6E9-5B33-9A24-05F3-1D49FD443612}"/>
              </a:ext>
            </a:extLst>
          </p:cNvPr>
          <p:cNvSpPr txBox="1"/>
          <p:nvPr/>
        </p:nvSpPr>
        <p:spPr>
          <a:xfrm>
            <a:off x="2045110" y="26761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686813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1764E8-88A9-1161-FEFD-7D4946B10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99EAFF-D9D6-9AB5-F579-0A679F6CA7AA}"/>
              </a:ext>
            </a:extLst>
          </p:cNvPr>
          <p:cNvSpPr txBox="1"/>
          <p:nvPr/>
        </p:nvSpPr>
        <p:spPr>
          <a:xfrm>
            <a:off x="2045110" y="13979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OOP Principles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F325000-138C-16EF-B633-DD080646EB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625558"/>
              </p:ext>
            </p:extLst>
          </p:nvPr>
        </p:nvGraphicFramePr>
        <p:xfrm>
          <a:off x="2045110" y="1260060"/>
          <a:ext cx="7253749" cy="2560320"/>
        </p:xfrm>
        <a:graphic>
          <a:graphicData uri="http://schemas.openxmlformats.org/drawingml/2006/table">
            <a:tbl>
              <a:tblPr/>
              <a:tblGrid>
                <a:gridCol w="1995949">
                  <a:extLst>
                    <a:ext uri="{9D8B030D-6E8A-4147-A177-3AD203B41FA5}">
                      <a16:colId xmlns:a16="http://schemas.microsoft.com/office/drawing/2014/main" val="353151865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429515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Object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Collection of properties and methods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602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Class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Blueprint for creating objects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466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Constructor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Initializes object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947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Encapsulation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Hides internal details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298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Inheritance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Shares properties between classes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6735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Polymorphism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One method behaves differently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1626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Abstraction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Shows essential features 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0064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0179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9B9903-E587-E1DF-1E73-EA6171338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43B4FF-A5FF-59F6-14BC-85447C19B23D}"/>
              </a:ext>
            </a:extLst>
          </p:cNvPr>
          <p:cNvSpPr txBox="1"/>
          <p:nvPr/>
        </p:nvSpPr>
        <p:spPr>
          <a:xfrm>
            <a:off x="2045110" y="13979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in JS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2574557-5629-6887-3244-43D1E926F9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414758"/>
              </p:ext>
            </p:extLst>
          </p:nvPr>
        </p:nvGraphicFramePr>
        <p:xfrm>
          <a:off x="2045110" y="1260060"/>
          <a:ext cx="7253749" cy="2560320"/>
        </p:xfrm>
        <a:graphic>
          <a:graphicData uri="http://schemas.openxmlformats.org/drawingml/2006/table">
            <a:tbl>
              <a:tblPr/>
              <a:tblGrid>
                <a:gridCol w="1995949">
                  <a:extLst>
                    <a:ext uri="{9D8B030D-6E8A-4147-A177-3AD203B41FA5}">
                      <a16:colId xmlns:a16="http://schemas.microsoft.com/office/drawing/2014/main" val="353151865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429515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602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466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947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298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6735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1626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006405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413CAE5-8204-E01F-44FC-691826C69648}"/>
              </a:ext>
            </a:extLst>
          </p:cNvPr>
          <p:cNvSpPr txBox="1"/>
          <p:nvPr/>
        </p:nvSpPr>
        <p:spPr>
          <a:xfrm>
            <a:off x="1730477" y="1171339"/>
            <a:ext cx="88981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Classes are </a:t>
            </a:r>
            <a:r>
              <a:rPr lang="en-US" b="1" dirty="0"/>
              <a:t>templates</a:t>
            </a:r>
            <a:r>
              <a:rPr lang="en-US" dirty="0"/>
              <a:t> for creating multiple objects with shared structure and behavior.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41119F-3CCC-8111-EA11-8D95631F5766}"/>
              </a:ext>
            </a:extLst>
          </p:cNvPr>
          <p:cNvSpPr txBox="1"/>
          <p:nvPr/>
        </p:nvSpPr>
        <p:spPr>
          <a:xfrm>
            <a:off x="1936955" y="1778901"/>
            <a:ext cx="649912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class </a:t>
            </a:r>
            <a:r>
              <a:rPr lang="en-IN" b="1" dirty="0" err="1"/>
              <a:t>UniversityStudent</a:t>
            </a:r>
            <a:r>
              <a:rPr lang="en-IN" b="1" dirty="0"/>
              <a:t> {</a:t>
            </a:r>
          </a:p>
          <a:p>
            <a:r>
              <a:rPr lang="en-IN" b="1" dirty="0"/>
              <a:t>  constructor(</a:t>
            </a:r>
            <a:r>
              <a:rPr lang="en-IN" b="1" dirty="0" err="1"/>
              <a:t>stuName</a:t>
            </a:r>
            <a:r>
              <a:rPr lang="en-IN" b="1" dirty="0"/>
              <a:t>, </a:t>
            </a:r>
            <a:r>
              <a:rPr lang="en-IN" b="1" dirty="0" err="1"/>
              <a:t>stuRollNo</a:t>
            </a:r>
            <a:r>
              <a:rPr lang="en-IN" b="1" dirty="0"/>
              <a:t>, </a:t>
            </a:r>
            <a:r>
              <a:rPr lang="en-IN" b="1" dirty="0" err="1"/>
              <a:t>stuBranch</a:t>
            </a:r>
            <a:r>
              <a:rPr lang="en-IN" b="1" dirty="0"/>
              <a:t>) {</a:t>
            </a:r>
          </a:p>
          <a:p>
            <a:r>
              <a:rPr lang="en-IN" b="1" dirty="0"/>
              <a:t>    </a:t>
            </a:r>
            <a:r>
              <a:rPr lang="en-IN" b="1" dirty="0" err="1"/>
              <a:t>this.stuName</a:t>
            </a:r>
            <a:r>
              <a:rPr lang="en-IN" b="1" dirty="0"/>
              <a:t> = </a:t>
            </a:r>
            <a:r>
              <a:rPr lang="en-IN" b="1" dirty="0" err="1"/>
              <a:t>stuName</a:t>
            </a:r>
            <a:r>
              <a:rPr lang="en-IN" b="1" dirty="0"/>
              <a:t>;</a:t>
            </a:r>
          </a:p>
          <a:p>
            <a:r>
              <a:rPr lang="en-IN" b="1" dirty="0"/>
              <a:t>    </a:t>
            </a:r>
            <a:r>
              <a:rPr lang="en-IN" b="1" dirty="0" err="1"/>
              <a:t>this.stuRollNo</a:t>
            </a:r>
            <a:r>
              <a:rPr lang="en-IN" b="1" dirty="0"/>
              <a:t> = </a:t>
            </a:r>
            <a:r>
              <a:rPr lang="en-IN" b="1" dirty="0" err="1"/>
              <a:t>stuRollNo</a:t>
            </a:r>
            <a:r>
              <a:rPr lang="en-IN" b="1" dirty="0"/>
              <a:t>;</a:t>
            </a:r>
          </a:p>
          <a:p>
            <a:r>
              <a:rPr lang="en-IN" b="1" dirty="0"/>
              <a:t>    </a:t>
            </a:r>
            <a:r>
              <a:rPr lang="en-IN" b="1" dirty="0" err="1"/>
              <a:t>this.stuBranch</a:t>
            </a:r>
            <a:r>
              <a:rPr lang="en-IN" b="1" dirty="0"/>
              <a:t> = </a:t>
            </a:r>
            <a:r>
              <a:rPr lang="en-IN" b="1" dirty="0" err="1"/>
              <a:t>stuBranch</a:t>
            </a:r>
            <a:r>
              <a:rPr lang="en-IN" b="1" dirty="0"/>
              <a:t>;</a:t>
            </a:r>
          </a:p>
          <a:p>
            <a:r>
              <a:rPr lang="en-IN" b="1" dirty="0"/>
              <a:t>  }</a:t>
            </a:r>
          </a:p>
          <a:p>
            <a:endParaRPr lang="en-IN" b="1" dirty="0"/>
          </a:p>
          <a:p>
            <a:r>
              <a:rPr lang="en-IN" b="1" dirty="0"/>
              <a:t>  </a:t>
            </a:r>
            <a:r>
              <a:rPr lang="en-IN" b="1" dirty="0" err="1"/>
              <a:t>getDetails</a:t>
            </a:r>
            <a:r>
              <a:rPr lang="en-IN" b="1" dirty="0"/>
              <a:t>() {</a:t>
            </a:r>
          </a:p>
          <a:p>
            <a:r>
              <a:rPr lang="en-IN" b="1" dirty="0"/>
              <a:t>    return `${</a:t>
            </a:r>
            <a:r>
              <a:rPr lang="en-IN" b="1" dirty="0" err="1"/>
              <a:t>this.stuName</a:t>
            </a:r>
            <a:r>
              <a:rPr lang="en-IN" b="1" dirty="0"/>
              <a:t>} (${</a:t>
            </a:r>
            <a:r>
              <a:rPr lang="en-IN" b="1" dirty="0" err="1"/>
              <a:t>this.stuRollNo</a:t>
            </a:r>
            <a:r>
              <a:rPr lang="en-IN" b="1" dirty="0"/>
              <a:t>})    ${</a:t>
            </a:r>
            <a:r>
              <a:rPr lang="en-IN" b="1" dirty="0" err="1"/>
              <a:t>this.stuBranch</a:t>
            </a:r>
            <a:r>
              <a:rPr lang="en-IN" b="1" dirty="0"/>
              <a:t>}`;</a:t>
            </a:r>
          </a:p>
          <a:p>
            <a:r>
              <a:rPr lang="en-IN" b="1" dirty="0"/>
              <a:t>  }</a:t>
            </a:r>
          </a:p>
          <a:p>
            <a:r>
              <a:rPr lang="en-IN" b="1" dirty="0"/>
              <a:t>}</a:t>
            </a:r>
          </a:p>
          <a:p>
            <a:endParaRPr lang="en-IN" b="1" dirty="0"/>
          </a:p>
          <a:p>
            <a:r>
              <a:rPr lang="en-IN" b="1" dirty="0"/>
              <a:t>let student = new </a:t>
            </a:r>
            <a:r>
              <a:rPr lang="en-IN" b="1" dirty="0" err="1"/>
              <a:t>UniversityStudent</a:t>
            </a:r>
            <a:r>
              <a:rPr lang="en-IN" b="1" dirty="0"/>
              <a:t>(“GLA", 100, "CSE");</a:t>
            </a:r>
          </a:p>
          <a:p>
            <a:r>
              <a:rPr lang="en-IN" b="1" dirty="0"/>
              <a:t>console.log(</a:t>
            </a:r>
            <a:r>
              <a:rPr lang="en-IN" b="1" dirty="0" err="1"/>
              <a:t>student.getDetails</a:t>
            </a:r>
            <a:r>
              <a:rPr lang="en-IN" b="1" dirty="0"/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2769999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E4A6A7-6EC2-815E-8852-8AC210664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DF4B98-4A17-5837-2B8D-CC39CC92881E}"/>
              </a:ext>
            </a:extLst>
          </p:cNvPr>
          <p:cNvSpPr txBox="1"/>
          <p:nvPr/>
        </p:nvSpPr>
        <p:spPr>
          <a:xfrm>
            <a:off x="2045110" y="13979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Constructor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6C5B6CA-997F-57BE-3763-86BAE85D3351}"/>
              </a:ext>
            </a:extLst>
          </p:cNvPr>
          <p:cNvGraphicFramePr>
            <a:graphicFrameLocks noGrp="1"/>
          </p:cNvGraphicFramePr>
          <p:nvPr/>
        </p:nvGraphicFramePr>
        <p:xfrm>
          <a:off x="2045110" y="1260060"/>
          <a:ext cx="7253749" cy="2560320"/>
        </p:xfrm>
        <a:graphic>
          <a:graphicData uri="http://schemas.openxmlformats.org/drawingml/2006/table">
            <a:tbl>
              <a:tblPr/>
              <a:tblGrid>
                <a:gridCol w="1995949">
                  <a:extLst>
                    <a:ext uri="{9D8B030D-6E8A-4147-A177-3AD203B41FA5}">
                      <a16:colId xmlns:a16="http://schemas.microsoft.com/office/drawing/2014/main" val="353151865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429515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602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466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947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298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6735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1626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006405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74A363B-942E-23B4-450A-D7FC99CBD328}"/>
              </a:ext>
            </a:extLst>
          </p:cNvPr>
          <p:cNvSpPr txBox="1"/>
          <p:nvPr/>
        </p:nvSpPr>
        <p:spPr>
          <a:xfrm>
            <a:off x="1150373" y="1181171"/>
            <a:ext cx="7796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constructor()</a:t>
            </a:r>
            <a:r>
              <a:rPr lang="en-US" dirty="0"/>
              <a:t> method is automatically called when a new object is created.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64F445-39A8-8C7B-B6F0-975BEBD88D46}"/>
              </a:ext>
            </a:extLst>
          </p:cNvPr>
          <p:cNvSpPr txBox="1"/>
          <p:nvPr/>
        </p:nvSpPr>
        <p:spPr>
          <a:xfrm>
            <a:off x="1347019" y="1853662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 Employee {</a:t>
            </a:r>
          </a:p>
          <a:p>
            <a:r>
              <a:rPr lang="en-IN" dirty="0"/>
              <a:t>  constructor(</a:t>
            </a:r>
            <a:r>
              <a:rPr lang="en-IN" dirty="0" err="1"/>
              <a:t>empName</a:t>
            </a:r>
            <a:r>
              <a:rPr lang="en-IN" dirty="0"/>
              <a:t>, </a:t>
            </a:r>
            <a:r>
              <a:rPr lang="en-IN" dirty="0" err="1"/>
              <a:t>empId</a:t>
            </a:r>
            <a:r>
              <a:rPr lang="en-IN" dirty="0"/>
              <a:t>) {</a:t>
            </a:r>
          </a:p>
          <a:p>
            <a:r>
              <a:rPr lang="en-IN" dirty="0"/>
              <a:t>    </a:t>
            </a:r>
            <a:r>
              <a:rPr lang="en-IN" dirty="0" err="1"/>
              <a:t>this.empName</a:t>
            </a:r>
            <a:r>
              <a:rPr lang="en-IN" dirty="0"/>
              <a:t> = </a:t>
            </a:r>
            <a:r>
              <a:rPr lang="en-IN" dirty="0" err="1"/>
              <a:t>empName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this.empId</a:t>
            </a:r>
            <a:r>
              <a:rPr lang="en-IN" dirty="0"/>
              <a:t> = </a:t>
            </a:r>
            <a:r>
              <a:rPr lang="en-IN" dirty="0" err="1"/>
              <a:t>empId</a:t>
            </a:r>
            <a:r>
              <a:rPr lang="en-IN" dirty="0"/>
              <a:t>;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 err="1"/>
              <a:t>const</a:t>
            </a:r>
            <a:r>
              <a:rPr lang="en-IN" dirty="0"/>
              <a:t> data = new Employee(“GLA University", 16638);</a:t>
            </a:r>
          </a:p>
          <a:p>
            <a:r>
              <a:rPr lang="en-IN" dirty="0"/>
              <a:t>console.log(</a:t>
            </a:r>
            <a:r>
              <a:rPr lang="en-IN" dirty="0" err="1"/>
              <a:t>data.empName</a:t>
            </a:r>
            <a:r>
              <a:rPr lang="en-IN" dirty="0"/>
              <a:t>); // Output: GLA University</a:t>
            </a:r>
          </a:p>
        </p:txBody>
      </p:sp>
    </p:spTree>
    <p:extLst>
      <p:ext uri="{BB962C8B-B14F-4D97-AF65-F5344CB8AC3E}">
        <p14:creationId xmlns:p14="http://schemas.microsoft.com/office/powerpoint/2010/main" val="1952463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8D8536-B81D-8752-7144-FE6CEE837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14758F-9C71-3142-A3C0-0654439BC509}"/>
              </a:ext>
            </a:extLst>
          </p:cNvPr>
          <p:cNvSpPr txBox="1"/>
          <p:nvPr/>
        </p:nvSpPr>
        <p:spPr>
          <a:xfrm>
            <a:off x="2045110" y="13979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Encapsulation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3B4ADD1-D281-A289-A65D-8562435ABE4B}"/>
              </a:ext>
            </a:extLst>
          </p:cNvPr>
          <p:cNvGraphicFramePr>
            <a:graphicFrameLocks noGrp="1"/>
          </p:cNvGraphicFramePr>
          <p:nvPr/>
        </p:nvGraphicFramePr>
        <p:xfrm>
          <a:off x="2045110" y="1260060"/>
          <a:ext cx="7253749" cy="2560320"/>
        </p:xfrm>
        <a:graphic>
          <a:graphicData uri="http://schemas.openxmlformats.org/drawingml/2006/table">
            <a:tbl>
              <a:tblPr/>
              <a:tblGrid>
                <a:gridCol w="1995949">
                  <a:extLst>
                    <a:ext uri="{9D8B030D-6E8A-4147-A177-3AD203B41FA5}">
                      <a16:colId xmlns:a16="http://schemas.microsoft.com/office/drawing/2014/main" val="353151865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429515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602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466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947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298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6735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1626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006405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5BDCB4E-C21A-F69C-960B-786039F777E1}"/>
              </a:ext>
            </a:extLst>
          </p:cNvPr>
          <p:cNvSpPr txBox="1"/>
          <p:nvPr/>
        </p:nvSpPr>
        <p:spPr>
          <a:xfrm>
            <a:off x="1327352" y="1260060"/>
            <a:ext cx="93504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Encapsulation means </a:t>
            </a:r>
            <a:r>
              <a:rPr lang="en-US" b="1" dirty="0"/>
              <a:t>binding data and methods together</a:t>
            </a:r>
            <a:r>
              <a:rPr lang="en-US" dirty="0"/>
              <a:t> and </a:t>
            </a:r>
            <a:r>
              <a:rPr lang="en-US" b="1" dirty="0"/>
              <a:t>restricting access</a:t>
            </a:r>
            <a:r>
              <a:rPr lang="en-US" dirty="0"/>
              <a:t> to internal data.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In JavaScript, we use </a:t>
            </a:r>
            <a:r>
              <a:rPr lang="en-US" b="1" dirty="0"/>
              <a:t>private fields (#)</a:t>
            </a:r>
            <a:r>
              <a:rPr lang="en-US" dirty="0"/>
              <a:t> or closures to achieve encapsulation.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68F597-7169-E6F7-862A-FE1007015740}"/>
              </a:ext>
            </a:extLst>
          </p:cNvPr>
          <p:cNvSpPr txBox="1"/>
          <p:nvPr/>
        </p:nvSpPr>
        <p:spPr>
          <a:xfrm>
            <a:off x="1415842" y="2340186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class </a:t>
            </a:r>
            <a:r>
              <a:rPr lang="en-IN" b="1" dirty="0" err="1"/>
              <a:t>BankAccount</a:t>
            </a:r>
            <a:r>
              <a:rPr lang="en-IN" b="1" dirty="0"/>
              <a:t> {</a:t>
            </a:r>
          </a:p>
          <a:p>
            <a:r>
              <a:rPr lang="en-IN" b="1" dirty="0"/>
              <a:t>  #balance = 0;</a:t>
            </a:r>
          </a:p>
          <a:p>
            <a:endParaRPr lang="en-IN" b="1" dirty="0"/>
          </a:p>
          <a:p>
            <a:r>
              <a:rPr lang="en-IN" b="1" dirty="0"/>
              <a:t>  deposit(amount) {</a:t>
            </a:r>
          </a:p>
          <a:p>
            <a:r>
              <a:rPr lang="en-IN" b="1" dirty="0"/>
              <a:t>    </a:t>
            </a:r>
            <a:r>
              <a:rPr lang="en-IN" b="1" dirty="0" err="1"/>
              <a:t>this.#balance</a:t>
            </a:r>
            <a:r>
              <a:rPr lang="en-IN" b="1" dirty="0"/>
              <a:t> += amount;</a:t>
            </a:r>
          </a:p>
          <a:p>
            <a:r>
              <a:rPr lang="en-IN" b="1" dirty="0"/>
              <a:t>  }</a:t>
            </a:r>
          </a:p>
          <a:p>
            <a:endParaRPr lang="en-IN" b="1" dirty="0"/>
          </a:p>
          <a:p>
            <a:r>
              <a:rPr lang="en-IN" b="1" dirty="0"/>
              <a:t>  </a:t>
            </a:r>
            <a:r>
              <a:rPr lang="en-IN" b="1" dirty="0" err="1"/>
              <a:t>getBalance</a:t>
            </a:r>
            <a:r>
              <a:rPr lang="en-IN" b="1" dirty="0"/>
              <a:t>() {</a:t>
            </a:r>
          </a:p>
          <a:p>
            <a:r>
              <a:rPr lang="en-IN" b="1" dirty="0"/>
              <a:t>    return </a:t>
            </a:r>
            <a:r>
              <a:rPr lang="en-IN" b="1" dirty="0" err="1"/>
              <a:t>this.#balance</a:t>
            </a:r>
            <a:r>
              <a:rPr lang="en-IN" b="1" dirty="0"/>
              <a:t>;</a:t>
            </a:r>
          </a:p>
          <a:p>
            <a:r>
              <a:rPr lang="en-IN" b="1" dirty="0"/>
              <a:t>  }</a:t>
            </a:r>
          </a:p>
          <a:p>
            <a:r>
              <a:rPr lang="en-IN" b="1" dirty="0"/>
              <a:t>}</a:t>
            </a:r>
          </a:p>
          <a:p>
            <a:endParaRPr lang="en-IN" b="1" dirty="0"/>
          </a:p>
          <a:p>
            <a:r>
              <a:rPr lang="en-IN" b="1" dirty="0" err="1"/>
              <a:t>const</a:t>
            </a:r>
            <a:r>
              <a:rPr lang="en-IN" b="1" dirty="0"/>
              <a:t> account = new </a:t>
            </a:r>
            <a:r>
              <a:rPr lang="en-IN" b="1" dirty="0" err="1"/>
              <a:t>BankAccount</a:t>
            </a:r>
            <a:r>
              <a:rPr lang="en-IN" b="1" dirty="0"/>
              <a:t>();</a:t>
            </a:r>
          </a:p>
          <a:p>
            <a:r>
              <a:rPr lang="en-IN" b="1" dirty="0" err="1"/>
              <a:t>account.deposit</a:t>
            </a:r>
            <a:r>
              <a:rPr lang="en-IN" b="1" dirty="0"/>
              <a:t>(10000);</a:t>
            </a:r>
          </a:p>
          <a:p>
            <a:r>
              <a:rPr lang="en-IN" b="1" dirty="0"/>
              <a:t>console.log(</a:t>
            </a:r>
            <a:r>
              <a:rPr lang="en-IN" b="1" dirty="0" err="1"/>
              <a:t>account.getBalance</a:t>
            </a:r>
            <a:r>
              <a:rPr lang="en-IN" b="1" dirty="0"/>
              <a:t>()); // Output: 10000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4AF4CE-917E-F3E1-69EF-6CD735E8FECD}"/>
              </a:ext>
            </a:extLst>
          </p:cNvPr>
          <p:cNvSpPr txBox="1"/>
          <p:nvPr/>
        </p:nvSpPr>
        <p:spPr>
          <a:xfrm>
            <a:off x="6096000" y="265732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Private fields </a:t>
            </a:r>
            <a:r>
              <a:rPr lang="en-US" dirty="0">
                <a:latin typeface="Courier New" panose="02070309020205020404" pitchFamily="49" charset="0"/>
              </a:rPr>
              <a:t>#</a:t>
            </a:r>
            <a:r>
              <a:rPr lang="en-US" dirty="0"/>
              <a:t> cannot be accessed outside the class.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79853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290E05-E6F9-23FD-DC5E-EC2241261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6ACDC5-046E-73DE-014A-4F639727B7E2}"/>
              </a:ext>
            </a:extLst>
          </p:cNvPr>
          <p:cNvSpPr txBox="1"/>
          <p:nvPr/>
        </p:nvSpPr>
        <p:spPr>
          <a:xfrm>
            <a:off x="2045110" y="13979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Inheritance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973D95C-DC82-A438-3BFB-443D95C969B1}"/>
              </a:ext>
            </a:extLst>
          </p:cNvPr>
          <p:cNvGraphicFramePr>
            <a:graphicFrameLocks noGrp="1"/>
          </p:cNvGraphicFramePr>
          <p:nvPr/>
        </p:nvGraphicFramePr>
        <p:xfrm>
          <a:off x="2045110" y="1260060"/>
          <a:ext cx="7253749" cy="2560320"/>
        </p:xfrm>
        <a:graphic>
          <a:graphicData uri="http://schemas.openxmlformats.org/drawingml/2006/table">
            <a:tbl>
              <a:tblPr/>
              <a:tblGrid>
                <a:gridCol w="1995949">
                  <a:extLst>
                    <a:ext uri="{9D8B030D-6E8A-4147-A177-3AD203B41FA5}">
                      <a16:colId xmlns:a16="http://schemas.microsoft.com/office/drawing/2014/main" val="353151865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429515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602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466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947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298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6735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1626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006405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7706CF4-BA3F-DAAA-517E-7092804ADB25}"/>
              </a:ext>
            </a:extLst>
          </p:cNvPr>
          <p:cNvSpPr txBox="1"/>
          <p:nvPr/>
        </p:nvSpPr>
        <p:spPr>
          <a:xfrm>
            <a:off x="1543663" y="1260060"/>
            <a:ext cx="78658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Inheritance allows a class to </a:t>
            </a:r>
            <a:r>
              <a:rPr lang="en-US" b="1" dirty="0"/>
              <a:t>derive properties and methods</a:t>
            </a:r>
            <a:r>
              <a:rPr lang="en-US" dirty="0"/>
              <a:t> from another class.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DD75C7-109D-120B-0F9A-54DF47A1E05A}"/>
              </a:ext>
            </a:extLst>
          </p:cNvPr>
          <p:cNvSpPr txBox="1"/>
          <p:nvPr/>
        </p:nvSpPr>
        <p:spPr>
          <a:xfrm>
            <a:off x="1543663" y="1760931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class Animal {</a:t>
            </a:r>
          </a:p>
          <a:p>
            <a:r>
              <a:rPr lang="en-IN" b="1" dirty="0"/>
              <a:t>  speak() {</a:t>
            </a:r>
          </a:p>
          <a:p>
            <a:r>
              <a:rPr lang="en-IN" b="1" dirty="0"/>
              <a:t>    console.log("Animal makes a sound");</a:t>
            </a:r>
          </a:p>
          <a:p>
            <a:r>
              <a:rPr lang="en-IN" b="1" dirty="0"/>
              <a:t>  }</a:t>
            </a:r>
          </a:p>
          <a:p>
            <a:r>
              <a:rPr lang="en-IN" b="1" dirty="0"/>
              <a:t>}</a:t>
            </a:r>
          </a:p>
          <a:p>
            <a:endParaRPr lang="en-IN" b="1" dirty="0"/>
          </a:p>
          <a:p>
            <a:r>
              <a:rPr lang="en-IN" b="1" dirty="0"/>
              <a:t>class Dog extends Animal {</a:t>
            </a:r>
          </a:p>
          <a:p>
            <a:r>
              <a:rPr lang="en-IN" b="1" dirty="0"/>
              <a:t>  speak() {</a:t>
            </a:r>
          </a:p>
          <a:p>
            <a:r>
              <a:rPr lang="en-IN" b="1" dirty="0"/>
              <a:t>    console.log("Dog barks");</a:t>
            </a:r>
          </a:p>
          <a:p>
            <a:r>
              <a:rPr lang="en-IN" b="1" dirty="0"/>
              <a:t>  }</a:t>
            </a:r>
          </a:p>
          <a:p>
            <a:r>
              <a:rPr lang="en-IN" b="1" dirty="0"/>
              <a:t>}</a:t>
            </a:r>
          </a:p>
          <a:p>
            <a:endParaRPr lang="en-IN" b="1" dirty="0"/>
          </a:p>
          <a:p>
            <a:r>
              <a:rPr lang="en-IN" b="1" dirty="0" err="1"/>
              <a:t>const</a:t>
            </a:r>
            <a:r>
              <a:rPr lang="en-IN" b="1" dirty="0"/>
              <a:t> </a:t>
            </a:r>
            <a:r>
              <a:rPr lang="en-IN" b="1" dirty="0" err="1"/>
              <a:t>myDog</a:t>
            </a:r>
            <a:r>
              <a:rPr lang="en-IN" b="1" dirty="0"/>
              <a:t> = new Dog();</a:t>
            </a:r>
          </a:p>
          <a:p>
            <a:r>
              <a:rPr lang="en-IN" b="1" dirty="0" err="1"/>
              <a:t>myDog.speak</a:t>
            </a:r>
            <a:r>
              <a:rPr lang="en-IN" b="1" dirty="0"/>
              <a:t>(); // Output: Dog barks</a:t>
            </a:r>
          </a:p>
        </p:txBody>
      </p:sp>
    </p:spTree>
    <p:extLst>
      <p:ext uri="{BB962C8B-B14F-4D97-AF65-F5344CB8AC3E}">
        <p14:creationId xmlns:p14="http://schemas.microsoft.com/office/powerpoint/2010/main" val="729036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5BAC5F-926B-1F68-79EA-C0E11FE27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6FC449-2A70-3460-78BB-71543387BC5C}"/>
              </a:ext>
            </a:extLst>
          </p:cNvPr>
          <p:cNvSpPr txBox="1"/>
          <p:nvPr/>
        </p:nvSpPr>
        <p:spPr>
          <a:xfrm>
            <a:off x="2045110" y="13979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Polymorphism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548FBB5-70FD-FFAC-E16E-8BAC75881052}"/>
              </a:ext>
            </a:extLst>
          </p:cNvPr>
          <p:cNvGraphicFramePr>
            <a:graphicFrameLocks noGrp="1"/>
          </p:cNvGraphicFramePr>
          <p:nvPr/>
        </p:nvGraphicFramePr>
        <p:xfrm>
          <a:off x="2045110" y="1260060"/>
          <a:ext cx="7253749" cy="2560320"/>
        </p:xfrm>
        <a:graphic>
          <a:graphicData uri="http://schemas.openxmlformats.org/drawingml/2006/table">
            <a:tbl>
              <a:tblPr/>
              <a:tblGrid>
                <a:gridCol w="1995949">
                  <a:extLst>
                    <a:ext uri="{9D8B030D-6E8A-4147-A177-3AD203B41FA5}">
                      <a16:colId xmlns:a16="http://schemas.microsoft.com/office/drawing/2014/main" val="353151865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429515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602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466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947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298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6735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1626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006405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22E3E44-1CC8-0B42-84B1-C23433D32763}"/>
              </a:ext>
            </a:extLst>
          </p:cNvPr>
          <p:cNvSpPr txBox="1"/>
          <p:nvPr/>
        </p:nvSpPr>
        <p:spPr>
          <a:xfrm>
            <a:off x="1494502" y="1181171"/>
            <a:ext cx="8200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Polymorphism means </a:t>
            </a:r>
            <a:r>
              <a:rPr lang="en-US" b="1" dirty="0"/>
              <a:t>same method name behaves differently</a:t>
            </a:r>
            <a:r>
              <a:rPr lang="en-US" dirty="0"/>
              <a:t> based on the object.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4A4B52-291A-5662-86DF-DD7BAAD2639C}"/>
              </a:ext>
            </a:extLst>
          </p:cNvPr>
          <p:cNvSpPr txBox="1"/>
          <p:nvPr/>
        </p:nvSpPr>
        <p:spPr>
          <a:xfrm>
            <a:off x="737420" y="1752678"/>
            <a:ext cx="445401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 Shape {</a:t>
            </a:r>
          </a:p>
          <a:p>
            <a:r>
              <a:rPr lang="en-IN" dirty="0"/>
              <a:t>  area() {</a:t>
            </a:r>
          </a:p>
          <a:p>
            <a:r>
              <a:rPr lang="en-IN" dirty="0"/>
              <a:t>    return 0;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class Circle extends Shape {</a:t>
            </a:r>
          </a:p>
          <a:p>
            <a:r>
              <a:rPr lang="en-IN" dirty="0"/>
              <a:t>  constructor(radius) {</a:t>
            </a:r>
          </a:p>
          <a:p>
            <a:r>
              <a:rPr lang="en-IN" dirty="0"/>
              <a:t>    super();</a:t>
            </a:r>
          </a:p>
          <a:p>
            <a:r>
              <a:rPr lang="en-IN" dirty="0"/>
              <a:t>    </a:t>
            </a:r>
            <a:r>
              <a:rPr lang="en-IN" dirty="0" err="1"/>
              <a:t>this.radius</a:t>
            </a:r>
            <a:r>
              <a:rPr lang="en-IN" dirty="0"/>
              <a:t> = radius;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  area() {</a:t>
            </a:r>
          </a:p>
          <a:p>
            <a:r>
              <a:rPr lang="en-IN" dirty="0"/>
              <a:t>    return </a:t>
            </a:r>
            <a:r>
              <a:rPr lang="en-IN" dirty="0" err="1"/>
              <a:t>Math.PI</a:t>
            </a:r>
            <a:r>
              <a:rPr lang="en-IN" dirty="0"/>
              <a:t> * </a:t>
            </a:r>
            <a:r>
              <a:rPr lang="en-IN" dirty="0" err="1"/>
              <a:t>this.radius</a:t>
            </a:r>
            <a:r>
              <a:rPr lang="en-IN" dirty="0"/>
              <a:t> * </a:t>
            </a:r>
            <a:r>
              <a:rPr lang="en-IN" dirty="0" err="1"/>
              <a:t>this.radius</a:t>
            </a:r>
            <a:r>
              <a:rPr lang="en-IN" dirty="0"/>
              <a:t>;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                                                                                                                  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8C808E-73AF-4177-9C11-ADFE60266CBA}"/>
              </a:ext>
            </a:extLst>
          </p:cNvPr>
          <p:cNvSpPr txBox="1"/>
          <p:nvPr/>
        </p:nvSpPr>
        <p:spPr>
          <a:xfrm>
            <a:off x="6871521" y="1720840"/>
            <a:ext cx="517176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 Square extends Shape {</a:t>
            </a:r>
          </a:p>
          <a:p>
            <a:r>
              <a:rPr lang="en-IN" dirty="0"/>
              <a:t>  constructor(side) {</a:t>
            </a:r>
          </a:p>
          <a:p>
            <a:r>
              <a:rPr lang="en-IN" dirty="0"/>
              <a:t>    super();</a:t>
            </a:r>
          </a:p>
          <a:p>
            <a:r>
              <a:rPr lang="en-IN" dirty="0"/>
              <a:t>    </a:t>
            </a:r>
            <a:r>
              <a:rPr lang="en-IN" dirty="0" err="1"/>
              <a:t>this.side</a:t>
            </a:r>
            <a:r>
              <a:rPr lang="en-IN" dirty="0"/>
              <a:t> = side;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  area() {</a:t>
            </a:r>
          </a:p>
          <a:p>
            <a:r>
              <a:rPr lang="en-IN" dirty="0"/>
              <a:t>    return </a:t>
            </a:r>
            <a:r>
              <a:rPr lang="en-IN" dirty="0" err="1"/>
              <a:t>this.side</a:t>
            </a:r>
            <a:r>
              <a:rPr lang="en-IN" dirty="0"/>
              <a:t> * </a:t>
            </a:r>
            <a:r>
              <a:rPr lang="en-IN" dirty="0" err="1"/>
              <a:t>this.side</a:t>
            </a:r>
            <a:r>
              <a:rPr lang="en-IN" dirty="0"/>
              <a:t>;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 err="1"/>
              <a:t>const</a:t>
            </a:r>
            <a:r>
              <a:rPr lang="en-IN" dirty="0"/>
              <a:t> shapes = [new Circle(5), new Square(4)];</a:t>
            </a:r>
          </a:p>
          <a:p>
            <a:r>
              <a:rPr lang="en-IN" dirty="0" err="1"/>
              <a:t>shapes.forEach</a:t>
            </a:r>
            <a:r>
              <a:rPr lang="en-IN" dirty="0"/>
              <a:t>(shape =&gt; console.log(</a:t>
            </a:r>
            <a:r>
              <a:rPr lang="en-IN" dirty="0" err="1"/>
              <a:t>shape.area</a:t>
            </a:r>
            <a:r>
              <a:rPr lang="en-IN" dirty="0"/>
              <a:t>()));</a:t>
            </a:r>
          </a:p>
        </p:txBody>
      </p:sp>
    </p:spTree>
    <p:extLst>
      <p:ext uri="{BB962C8B-B14F-4D97-AF65-F5344CB8AC3E}">
        <p14:creationId xmlns:p14="http://schemas.microsoft.com/office/powerpoint/2010/main" val="3978783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E815AA-4C9E-E2DB-8222-E295C4794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E3F0E3-75E3-4C09-4AB5-935BAC6C1F21}"/>
              </a:ext>
            </a:extLst>
          </p:cNvPr>
          <p:cNvSpPr txBox="1"/>
          <p:nvPr/>
        </p:nvSpPr>
        <p:spPr>
          <a:xfrm>
            <a:off x="2045110" y="13979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Abstraction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262E80E-0EF3-6AC3-D7A9-614635773E17}"/>
              </a:ext>
            </a:extLst>
          </p:cNvPr>
          <p:cNvGraphicFramePr>
            <a:graphicFrameLocks noGrp="1"/>
          </p:cNvGraphicFramePr>
          <p:nvPr/>
        </p:nvGraphicFramePr>
        <p:xfrm>
          <a:off x="2045110" y="1260060"/>
          <a:ext cx="7253749" cy="2560320"/>
        </p:xfrm>
        <a:graphic>
          <a:graphicData uri="http://schemas.openxmlformats.org/drawingml/2006/table">
            <a:tbl>
              <a:tblPr/>
              <a:tblGrid>
                <a:gridCol w="1995949">
                  <a:extLst>
                    <a:ext uri="{9D8B030D-6E8A-4147-A177-3AD203B41FA5}">
                      <a16:colId xmlns:a16="http://schemas.microsoft.com/office/drawing/2014/main" val="353151865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429515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602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466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947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298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6735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1626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006405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17CD344-27B3-B53A-8511-89E1A28CCCB4}"/>
              </a:ext>
            </a:extLst>
          </p:cNvPr>
          <p:cNvSpPr txBox="1"/>
          <p:nvPr/>
        </p:nvSpPr>
        <p:spPr>
          <a:xfrm>
            <a:off x="1179870" y="1260060"/>
            <a:ext cx="83574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Abstraction hides complex implementation details and shows only essential features.</a:t>
            </a: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5C5506-F7FF-9128-AF8E-D435872863A4}"/>
              </a:ext>
            </a:extLst>
          </p:cNvPr>
          <p:cNvSpPr txBox="1"/>
          <p:nvPr/>
        </p:nvSpPr>
        <p:spPr>
          <a:xfrm>
            <a:off x="855407" y="1937912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class Vehicle {</a:t>
            </a:r>
          </a:p>
          <a:p>
            <a:r>
              <a:rPr lang="en-IN" b="1" dirty="0"/>
              <a:t>  start() {</a:t>
            </a:r>
          </a:p>
          <a:p>
            <a:r>
              <a:rPr lang="en-IN" b="1" dirty="0"/>
              <a:t>    console.log("Starting vehicle...");</a:t>
            </a:r>
          </a:p>
          <a:p>
            <a:r>
              <a:rPr lang="en-IN" b="1" dirty="0"/>
              <a:t>  }</a:t>
            </a:r>
          </a:p>
          <a:p>
            <a:r>
              <a:rPr lang="en-IN" b="1" dirty="0"/>
              <a:t>}</a:t>
            </a:r>
          </a:p>
          <a:p>
            <a:endParaRPr lang="en-IN" b="1" dirty="0"/>
          </a:p>
          <a:p>
            <a:r>
              <a:rPr lang="en-IN" b="1" dirty="0"/>
              <a:t>class Car extends Vehicle {</a:t>
            </a:r>
          </a:p>
          <a:p>
            <a:r>
              <a:rPr lang="en-IN" b="1" dirty="0"/>
              <a:t>  start() {</a:t>
            </a:r>
          </a:p>
          <a:p>
            <a:r>
              <a:rPr lang="en-IN" b="1" dirty="0"/>
              <a:t>    console.log("Car engine started with key!");</a:t>
            </a:r>
          </a:p>
          <a:p>
            <a:r>
              <a:rPr lang="en-IN" b="1" dirty="0"/>
              <a:t>  }</a:t>
            </a:r>
          </a:p>
          <a:p>
            <a:r>
              <a:rPr lang="en-IN" b="1" dirty="0"/>
              <a:t>}</a:t>
            </a:r>
          </a:p>
          <a:p>
            <a:endParaRPr lang="en-IN" b="1" dirty="0"/>
          </a:p>
          <a:p>
            <a:r>
              <a:rPr lang="en-IN" b="1" dirty="0" err="1"/>
              <a:t>const</a:t>
            </a:r>
            <a:r>
              <a:rPr lang="en-IN" b="1" dirty="0"/>
              <a:t> c = new Car();</a:t>
            </a:r>
          </a:p>
          <a:p>
            <a:r>
              <a:rPr lang="en-IN" b="1" dirty="0" err="1"/>
              <a:t>c.start</a:t>
            </a:r>
            <a:r>
              <a:rPr lang="en-IN" b="1" dirty="0"/>
              <a:t>(); // Output: Car engine started with key!</a:t>
            </a:r>
          </a:p>
        </p:txBody>
      </p:sp>
    </p:spTree>
    <p:extLst>
      <p:ext uri="{BB962C8B-B14F-4D97-AF65-F5344CB8AC3E}">
        <p14:creationId xmlns:p14="http://schemas.microsoft.com/office/powerpoint/2010/main" val="3291773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B47871-5A35-8AA6-A839-18E694064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15344A-F653-C939-D468-ADEF76306164}"/>
              </a:ext>
            </a:extLst>
          </p:cNvPr>
          <p:cNvSpPr txBox="1"/>
          <p:nvPr/>
        </p:nvSpPr>
        <p:spPr>
          <a:xfrm>
            <a:off x="2045110" y="13979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Static Methods and Properties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39BE143-7773-0221-C8C9-C0A3DDD42EFD}"/>
              </a:ext>
            </a:extLst>
          </p:cNvPr>
          <p:cNvGraphicFramePr>
            <a:graphicFrameLocks noGrp="1"/>
          </p:cNvGraphicFramePr>
          <p:nvPr/>
        </p:nvGraphicFramePr>
        <p:xfrm>
          <a:off x="2045110" y="1260060"/>
          <a:ext cx="7253749" cy="2560320"/>
        </p:xfrm>
        <a:graphic>
          <a:graphicData uri="http://schemas.openxmlformats.org/drawingml/2006/table">
            <a:tbl>
              <a:tblPr/>
              <a:tblGrid>
                <a:gridCol w="1995949">
                  <a:extLst>
                    <a:ext uri="{9D8B030D-6E8A-4147-A177-3AD203B41FA5}">
                      <a16:colId xmlns:a16="http://schemas.microsoft.com/office/drawing/2014/main" val="353151865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429515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602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466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947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298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6735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1626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006405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2916DF6-311A-019C-0D67-C5E4872E3A79}"/>
              </a:ext>
            </a:extLst>
          </p:cNvPr>
          <p:cNvSpPr txBox="1"/>
          <p:nvPr/>
        </p:nvSpPr>
        <p:spPr>
          <a:xfrm>
            <a:off x="1120877" y="117218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Static methods belong to the </a:t>
            </a:r>
            <a:r>
              <a:rPr lang="en-US" b="1" dirty="0"/>
              <a:t>class itself</a:t>
            </a:r>
            <a:r>
              <a:rPr lang="en-US" dirty="0"/>
              <a:t>, not to instances.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B924A7-EA42-21C7-A09B-E69F8D5F05F2}"/>
              </a:ext>
            </a:extLst>
          </p:cNvPr>
          <p:cNvSpPr txBox="1"/>
          <p:nvPr/>
        </p:nvSpPr>
        <p:spPr>
          <a:xfrm>
            <a:off x="1219200" y="1876930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class </a:t>
            </a:r>
            <a:r>
              <a:rPr lang="en-IN" b="1" dirty="0" err="1"/>
              <a:t>MathUtil</a:t>
            </a:r>
            <a:r>
              <a:rPr lang="en-IN" b="1" dirty="0"/>
              <a:t> {</a:t>
            </a:r>
          </a:p>
          <a:p>
            <a:r>
              <a:rPr lang="en-IN" b="1" dirty="0"/>
              <a:t>  static add(a, b) {</a:t>
            </a:r>
          </a:p>
          <a:p>
            <a:r>
              <a:rPr lang="en-IN" b="1" dirty="0"/>
              <a:t>    return a + b;</a:t>
            </a:r>
          </a:p>
          <a:p>
            <a:r>
              <a:rPr lang="en-IN" b="1" dirty="0"/>
              <a:t>  }</a:t>
            </a:r>
          </a:p>
          <a:p>
            <a:r>
              <a:rPr lang="en-IN" b="1" dirty="0"/>
              <a:t>}</a:t>
            </a:r>
          </a:p>
          <a:p>
            <a:endParaRPr lang="en-IN" b="1" dirty="0"/>
          </a:p>
          <a:p>
            <a:r>
              <a:rPr lang="en-IN" b="1" dirty="0"/>
              <a:t>console.log(</a:t>
            </a:r>
            <a:r>
              <a:rPr lang="en-IN" b="1" dirty="0" err="1"/>
              <a:t>MathUtil.add</a:t>
            </a:r>
            <a:r>
              <a:rPr lang="en-IN" b="1" dirty="0"/>
              <a:t>(10, 5)); // Output: 15</a:t>
            </a:r>
          </a:p>
        </p:txBody>
      </p:sp>
    </p:spTree>
    <p:extLst>
      <p:ext uri="{BB962C8B-B14F-4D97-AF65-F5344CB8AC3E}">
        <p14:creationId xmlns:p14="http://schemas.microsoft.com/office/powerpoint/2010/main" val="1025079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397D50-45A2-0EB2-E00C-0257574D8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86D6C5-499F-3485-052D-2F9143D988A2}"/>
              </a:ext>
            </a:extLst>
          </p:cNvPr>
          <p:cNvSpPr txBox="1"/>
          <p:nvPr/>
        </p:nvSpPr>
        <p:spPr>
          <a:xfrm>
            <a:off x="2054942" y="13979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this</a:t>
            </a:r>
            <a:r>
              <a:rPr lang="en-IN" sz="3600" b="1" dirty="0"/>
              <a:t> Keyword in OOP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4F26E4-99F3-4520-092A-F442EED5E22C}"/>
              </a:ext>
            </a:extLst>
          </p:cNvPr>
          <p:cNvGraphicFramePr>
            <a:graphicFrameLocks noGrp="1"/>
          </p:cNvGraphicFramePr>
          <p:nvPr/>
        </p:nvGraphicFramePr>
        <p:xfrm>
          <a:off x="2045110" y="1260060"/>
          <a:ext cx="7253749" cy="2560320"/>
        </p:xfrm>
        <a:graphic>
          <a:graphicData uri="http://schemas.openxmlformats.org/drawingml/2006/table">
            <a:tbl>
              <a:tblPr/>
              <a:tblGrid>
                <a:gridCol w="1995949">
                  <a:extLst>
                    <a:ext uri="{9D8B030D-6E8A-4147-A177-3AD203B41FA5}">
                      <a16:colId xmlns:a16="http://schemas.microsoft.com/office/drawing/2014/main" val="353151865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429515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602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466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947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298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6735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1626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006405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B0ED0EC-A31F-F35B-EC16-226931AB28E8}"/>
              </a:ext>
            </a:extLst>
          </p:cNvPr>
          <p:cNvSpPr txBox="1"/>
          <p:nvPr/>
        </p:nvSpPr>
        <p:spPr>
          <a:xfrm>
            <a:off x="1396180" y="118117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Refers to the current instance of the class.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Inside a method, </a:t>
            </a:r>
            <a:r>
              <a:rPr lang="en-US" b="1" dirty="0">
                <a:latin typeface="Courier New" panose="02070309020205020404" pitchFamily="49" charset="0"/>
              </a:rPr>
              <a:t>this</a:t>
            </a:r>
            <a:r>
              <a:rPr lang="en-US" b="1" dirty="0"/>
              <a:t> refers to the object that called it.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EF5ED7-9EB9-FB9E-3B46-FF833F298206}"/>
              </a:ext>
            </a:extLst>
          </p:cNvPr>
          <p:cNvSpPr txBox="1"/>
          <p:nvPr/>
        </p:nvSpPr>
        <p:spPr>
          <a:xfrm>
            <a:off x="1297858" y="2112220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class User {</a:t>
            </a:r>
          </a:p>
          <a:p>
            <a:r>
              <a:rPr lang="en-IN" b="1" dirty="0"/>
              <a:t>  constructor(name) {</a:t>
            </a:r>
          </a:p>
          <a:p>
            <a:r>
              <a:rPr lang="en-IN" b="1" dirty="0"/>
              <a:t>    this.name = name;</a:t>
            </a:r>
          </a:p>
          <a:p>
            <a:r>
              <a:rPr lang="en-IN" b="1" dirty="0"/>
              <a:t>  }</a:t>
            </a:r>
          </a:p>
          <a:p>
            <a:endParaRPr lang="en-IN" b="1" dirty="0"/>
          </a:p>
          <a:p>
            <a:r>
              <a:rPr lang="en-IN" b="1" dirty="0"/>
              <a:t>  greet() {</a:t>
            </a:r>
          </a:p>
          <a:p>
            <a:r>
              <a:rPr lang="en-IN" b="1" dirty="0"/>
              <a:t>    console.log(`Hello, ${this.name}`);</a:t>
            </a:r>
          </a:p>
          <a:p>
            <a:r>
              <a:rPr lang="en-IN" b="1" dirty="0"/>
              <a:t>  }</a:t>
            </a:r>
          </a:p>
          <a:p>
            <a:r>
              <a:rPr lang="en-IN" b="1" dirty="0"/>
              <a:t>}</a:t>
            </a:r>
          </a:p>
          <a:p>
            <a:endParaRPr lang="en-IN" b="1" dirty="0"/>
          </a:p>
          <a:p>
            <a:r>
              <a:rPr lang="en-IN" b="1" dirty="0" err="1"/>
              <a:t>const</a:t>
            </a:r>
            <a:r>
              <a:rPr lang="en-IN" b="1" dirty="0"/>
              <a:t> user1 = new User(“GLA University");</a:t>
            </a:r>
          </a:p>
          <a:p>
            <a:r>
              <a:rPr lang="en-IN" b="1" dirty="0"/>
              <a:t>user1.greet(); // Output: Hello, GLA University</a:t>
            </a:r>
          </a:p>
        </p:txBody>
      </p:sp>
    </p:spTree>
    <p:extLst>
      <p:ext uri="{BB962C8B-B14F-4D97-AF65-F5344CB8AC3E}">
        <p14:creationId xmlns:p14="http://schemas.microsoft.com/office/powerpoint/2010/main" val="1841789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C3A57A-B65C-7B93-F9C5-78C206336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E2BB02-59D0-0424-5341-129C3B1171ED}"/>
              </a:ext>
            </a:extLst>
          </p:cNvPr>
          <p:cNvSpPr txBox="1"/>
          <p:nvPr/>
        </p:nvSpPr>
        <p:spPr>
          <a:xfrm>
            <a:off x="2054942" y="139799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Getters and Setters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FDD461C-236C-969C-40CA-521A1BC84A69}"/>
              </a:ext>
            </a:extLst>
          </p:cNvPr>
          <p:cNvGraphicFramePr>
            <a:graphicFrameLocks noGrp="1"/>
          </p:cNvGraphicFramePr>
          <p:nvPr/>
        </p:nvGraphicFramePr>
        <p:xfrm>
          <a:off x="2045110" y="1260060"/>
          <a:ext cx="7253749" cy="2560320"/>
        </p:xfrm>
        <a:graphic>
          <a:graphicData uri="http://schemas.openxmlformats.org/drawingml/2006/table">
            <a:tbl>
              <a:tblPr/>
              <a:tblGrid>
                <a:gridCol w="1995949">
                  <a:extLst>
                    <a:ext uri="{9D8B030D-6E8A-4147-A177-3AD203B41FA5}">
                      <a16:colId xmlns:a16="http://schemas.microsoft.com/office/drawing/2014/main" val="353151865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429515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602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466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947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298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6735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1626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006405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BB0C531-11E6-C753-794A-0943945920EB}"/>
              </a:ext>
            </a:extLst>
          </p:cNvPr>
          <p:cNvSpPr txBox="1"/>
          <p:nvPr/>
        </p:nvSpPr>
        <p:spPr>
          <a:xfrm>
            <a:off x="1258529" y="1142724"/>
            <a:ext cx="6096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class Product {</a:t>
            </a:r>
          </a:p>
          <a:p>
            <a:r>
              <a:rPr lang="en-IN" b="1" dirty="0"/>
              <a:t>  constructor(name, price) {</a:t>
            </a:r>
          </a:p>
          <a:p>
            <a:r>
              <a:rPr lang="en-IN" b="1" dirty="0"/>
              <a:t>    </a:t>
            </a:r>
            <a:r>
              <a:rPr lang="en-IN" b="1" dirty="0" err="1"/>
              <a:t>this._name</a:t>
            </a:r>
            <a:r>
              <a:rPr lang="en-IN" b="1" dirty="0"/>
              <a:t> = name;</a:t>
            </a:r>
          </a:p>
          <a:p>
            <a:r>
              <a:rPr lang="en-IN" b="1" dirty="0"/>
              <a:t>    </a:t>
            </a:r>
            <a:r>
              <a:rPr lang="en-IN" b="1" dirty="0" err="1"/>
              <a:t>this._price</a:t>
            </a:r>
            <a:r>
              <a:rPr lang="en-IN" b="1" dirty="0"/>
              <a:t> = price;</a:t>
            </a:r>
          </a:p>
          <a:p>
            <a:r>
              <a:rPr lang="en-IN" b="1" dirty="0"/>
              <a:t>  }</a:t>
            </a:r>
          </a:p>
          <a:p>
            <a:endParaRPr lang="en-IN" b="1" dirty="0"/>
          </a:p>
          <a:p>
            <a:r>
              <a:rPr lang="en-IN" b="1" dirty="0"/>
              <a:t>  get price() {</a:t>
            </a:r>
          </a:p>
          <a:p>
            <a:r>
              <a:rPr lang="en-IN" b="1" dirty="0"/>
              <a:t>    return </a:t>
            </a:r>
            <a:r>
              <a:rPr lang="en-IN" b="1" dirty="0" err="1"/>
              <a:t>this._price</a:t>
            </a:r>
            <a:r>
              <a:rPr lang="en-IN" b="1" dirty="0"/>
              <a:t>;</a:t>
            </a:r>
          </a:p>
          <a:p>
            <a:r>
              <a:rPr lang="en-IN" b="1" dirty="0"/>
              <a:t>  }</a:t>
            </a:r>
          </a:p>
          <a:p>
            <a:endParaRPr lang="en-IN" b="1" dirty="0"/>
          </a:p>
          <a:p>
            <a:r>
              <a:rPr lang="en-IN" b="1" dirty="0"/>
              <a:t>  set price(value) {</a:t>
            </a:r>
          </a:p>
          <a:p>
            <a:r>
              <a:rPr lang="en-IN" b="1" dirty="0"/>
              <a:t>    if (value &gt; 0) </a:t>
            </a:r>
            <a:r>
              <a:rPr lang="en-IN" b="1" dirty="0" err="1"/>
              <a:t>this._price</a:t>
            </a:r>
            <a:r>
              <a:rPr lang="en-IN" b="1" dirty="0"/>
              <a:t> = value;</a:t>
            </a:r>
          </a:p>
          <a:p>
            <a:r>
              <a:rPr lang="en-IN" b="1" dirty="0"/>
              <a:t>    else console.log("Invalid price!");</a:t>
            </a:r>
          </a:p>
          <a:p>
            <a:r>
              <a:rPr lang="en-IN" b="1" dirty="0"/>
              <a:t>  }</a:t>
            </a:r>
          </a:p>
          <a:p>
            <a:r>
              <a:rPr lang="en-IN" b="1" dirty="0"/>
              <a:t>}</a:t>
            </a:r>
          </a:p>
          <a:p>
            <a:endParaRPr lang="en-IN" b="1" dirty="0"/>
          </a:p>
          <a:p>
            <a:r>
              <a:rPr lang="en-IN" b="1" dirty="0" err="1"/>
              <a:t>const</a:t>
            </a:r>
            <a:r>
              <a:rPr lang="en-IN" b="1" dirty="0"/>
              <a:t> p = new Product("Laptop", 70000);</a:t>
            </a:r>
          </a:p>
          <a:p>
            <a:r>
              <a:rPr lang="en-IN" b="1" dirty="0" err="1"/>
              <a:t>p.price</a:t>
            </a:r>
            <a:r>
              <a:rPr lang="en-IN" b="1" dirty="0"/>
              <a:t> = 20000;</a:t>
            </a:r>
          </a:p>
          <a:p>
            <a:r>
              <a:rPr lang="en-IN" b="1" dirty="0"/>
              <a:t>console.log(</a:t>
            </a:r>
            <a:r>
              <a:rPr lang="en-IN" b="1" dirty="0" err="1"/>
              <a:t>p.price</a:t>
            </a:r>
            <a:r>
              <a:rPr lang="en-IN" b="1" dirty="0"/>
              <a:t>); // Output: 20000</a:t>
            </a:r>
          </a:p>
        </p:txBody>
      </p:sp>
    </p:spTree>
    <p:extLst>
      <p:ext uri="{BB962C8B-B14F-4D97-AF65-F5344CB8AC3E}">
        <p14:creationId xmlns:p14="http://schemas.microsoft.com/office/powerpoint/2010/main" val="32136112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023D43-784C-4C79-B1F7-335CCED39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1FE74F-84C3-DAD4-D232-A63693F32D88}"/>
              </a:ext>
            </a:extLst>
          </p:cNvPr>
          <p:cNvSpPr txBox="1"/>
          <p:nvPr/>
        </p:nvSpPr>
        <p:spPr>
          <a:xfrm>
            <a:off x="2054942" y="139799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: Real World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5826401-98C5-7ACB-3DBF-928AD6F8BF7A}"/>
              </a:ext>
            </a:extLst>
          </p:cNvPr>
          <p:cNvGraphicFramePr>
            <a:graphicFrameLocks noGrp="1"/>
          </p:cNvGraphicFramePr>
          <p:nvPr/>
        </p:nvGraphicFramePr>
        <p:xfrm>
          <a:off x="2045110" y="1260060"/>
          <a:ext cx="7253749" cy="2560320"/>
        </p:xfrm>
        <a:graphic>
          <a:graphicData uri="http://schemas.openxmlformats.org/drawingml/2006/table">
            <a:tbl>
              <a:tblPr/>
              <a:tblGrid>
                <a:gridCol w="1995949">
                  <a:extLst>
                    <a:ext uri="{9D8B030D-6E8A-4147-A177-3AD203B41FA5}">
                      <a16:colId xmlns:a16="http://schemas.microsoft.com/office/drawing/2014/main" val="353151865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429515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602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466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947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298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6735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1626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006405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B0FCEEE-2332-1E3F-C2CE-E891F51BCC75}"/>
              </a:ext>
            </a:extLst>
          </p:cNvPr>
          <p:cNvSpPr txBox="1"/>
          <p:nvPr/>
        </p:nvSpPr>
        <p:spPr>
          <a:xfrm>
            <a:off x="707923" y="1386058"/>
            <a:ext cx="632214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class Person {</a:t>
            </a:r>
          </a:p>
          <a:p>
            <a:r>
              <a:rPr lang="en-IN" b="1" dirty="0"/>
              <a:t>  constructor(name, age) {</a:t>
            </a:r>
          </a:p>
          <a:p>
            <a:r>
              <a:rPr lang="en-IN" b="1" dirty="0"/>
              <a:t>    this.name = name;</a:t>
            </a:r>
          </a:p>
          <a:p>
            <a:r>
              <a:rPr lang="en-IN" b="1" dirty="0"/>
              <a:t>    </a:t>
            </a:r>
            <a:r>
              <a:rPr lang="en-IN" b="1" dirty="0" err="1"/>
              <a:t>this.age</a:t>
            </a:r>
            <a:r>
              <a:rPr lang="en-IN" b="1" dirty="0"/>
              <a:t> = age;</a:t>
            </a:r>
          </a:p>
          <a:p>
            <a:r>
              <a:rPr lang="en-IN" b="1" dirty="0"/>
              <a:t>  }</a:t>
            </a:r>
          </a:p>
          <a:p>
            <a:endParaRPr lang="en-IN" b="1" dirty="0"/>
          </a:p>
          <a:p>
            <a:r>
              <a:rPr lang="en-IN" b="1" dirty="0"/>
              <a:t>  introduce() {</a:t>
            </a:r>
          </a:p>
          <a:p>
            <a:r>
              <a:rPr lang="en-IN" b="1" dirty="0"/>
              <a:t>    console.log(`Hi, I'm ${this.name} and I'm ${</a:t>
            </a:r>
            <a:r>
              <a:rPr lang="en-IN" b="1" dirty="0" err="1"/>
              <a:t>this.age</a:t>
            </a:r>
            <a:r>
              <a:rPr lang="en-IN" b="1" dirty="0"/>
              <a:t>} years old.`);</a:t>
            </a:r>
          </a:p>
          <a:p>
            <a:r>
              <a:rPr lang="en-IN" b="1" dirty="0"/>
              <a:t>  }</a:t>
            </a:r>
          </a:p>
          <a:p>
            <a:r>
              <a:rPr lang="en-IN" b="1" dirty="0"/>
              <a:t>}</a:t>
            </a:r>
          </a:p>
          <a:p>
            <a:endParaRPr lang="en-IN" b="1" dirty="0"/>
          </a:p>
          <a:p>
            <a:r>
              <a:rPr lang="en-IN" b="1" dirty="0"/>
              <a:t>class Developer extends Person {</a:t>
            </a:r>
          </a:p>
          <a:p>
            <a:r>
              <a:rPr lang="en-IN" b="1" dirty="0"/>
              <a:t>  constructor(name, age, language) {</a:t>
            </a:r>
          </a:p>
          <a:p>
            <a:r>
              <a:rPr lang="en-IN" b="1" dirty="0"/>
              <a:t>    super(name, age);</a:t>
            </a:r>
          </a:p>
          <a:p>
            <a:r>
              <a:rPr lang="en-IN" b="1" dirty="0"/>
              <a:t>    </a:t>
            </a:r>
            <a:r>
              <a:rPr lang="en-IN" b="1" dirty="0" err="1"/>
              <a:t>this.language</a:t>
            </a:r>
            <a:r>
              <a:rPr lang="en-IN" b="1" dirty="0"/>
              <a:t> = language;</a:t>
            </a:r>
          </a:p>
          <a:p>
            <a:r>
              <a:rPr lang="en-IN" b="1" dirty="0"/>
              <a:t>  }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E19C75-068C-579C-BE4F-E6B725220E33}"/>
              </a:ext>
            </a:extLst>
          </p:cNvPr>
          <p:cNvSpPr txBox="1"/>
          <p:nvPr/>
        </p:nvSpPr>
        <p:spPr>
          <a:xfrm>
            <a:off x="5643716" y="4063714"/>
            <a:ext cx="686291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  <a:r>
              <a:rPr lang="en-IN" b="1" dirty="0"/>
              <a:t>introduce() {</a:t>
            </a:r>
          </a:p>
          <a:p>
            <a:r>
              <a:rPr lang="en-IN" b="1" dirty="0"/>
              <a:t>    console.log(`Hi, I'm ${this.name}, a ${</a:t>
            </a:r>
            <a:r>
              <a:rPr lang="en-IN" b="1" dirty="0" err="1"/>
              <a:t>this.language</a:t>
            </a:r>
            <a:r>
              <a:rPr lang="en-IN" b="1" dirty="0"/>
              <a:t>} developer.`);</a:t>
            </a:r>
          </a:p>
          <a:p>
            <a:r>
              <a:rPr lang="en-IN" b="1" dirty="0"/>
              <a:t>  }</a:t>
            </a:r>
          </a:p>
          <a:p>
            <a:r>
              <a:rPr lang="en-IN" b="1" dirty="0"/>
              <a:t>}</a:t>
            </a:r>
          </a:p>
          <a:p>
            <a:endParaRPr lang="en-IN" b="1" dirty="0"/>
          </a:p>
          <a:p>
            <a:r>
              <a:rPr lang="en-IN" b="1" dirty="0" err="1"/>
              <a:t>const</a:t>
            </a:r>
            <a:r>
              <a:rPr lang="en-IN" b="1" dirty="0"/>
              <a:t> dev = new Developer(“GLA University", 22, "JavaScript");</a:t>
            </a:r>
          </a:p>
          <a:p>
            <a:r>
              <a:rPr lang="en-IN" b="1" dirty="0" err="1"/>
              <a:t>dev.introduce</a:t>
            </a:r>
            <a:r>
              <a:rPr lang="en-IN" b="1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580823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889</TotalTime>
  <Words>1564</Words>
  <Application>Microsoft Office PowerPoint</Application>
  <PresentationFormat>Widescreen</PresentationFormat>
  <Paragraphs>305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Bahnschrift</vt:lpstr>
      <vt:lpstr>Bahnschrift SemiBold SemiConden</vt:lpstr>
      <vt:lpstr>Calibri</vt:lpstr>
      <vt:lpstr>Calibri Light</vt:lpstr>
      <vt:lpstr>Courier New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Rajdeep Deb</dc:creator>
  <cp:lastModifiedBy>Saurav Chauhan</cp:lastModifiedBy>
  <cp:revision>12</cp:revision>
  <dcterms:created xsi:type="dcterms:W3CDTF">2025-05-07T07:26:15Z</dcterms:created>
  <dcterms:modified xsi:type="dcterms:W3CDTF">2025-11-16T18:30:19Z</dcterms:modified>
</cp:coreProperties>
</file>