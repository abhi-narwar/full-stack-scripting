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147472878" r:id="rId2"/>
    <p:sldId id="2147472879" r:id="rId3"/>
    <p:sldId id="2147472886" r:id="rId4"/>
    <p:sldId id="2147472887" r:id="rId5"/>
    <p:sldId id="2147472888" r:id="rId6"/>
    <p:sldId id="2147472889" r:id="rId7"/>
    <p:sldId id="2147472890" r:id="rId8"/>
    <p:sldId id="2147472891" r:id="rId9"/>
    <p:sldId id="2147472892" r:id="rId10"/>
    <p:sldId id="2147472893" r:id="rId11"/>
    <p:sldId id="2147472894" r:id="rId12"/>
    <p:sldId id="2147472895" r:id="rId13"/>
    <p:sldId id="2147472896" r:id="rId14"/>
    <p:sldId id="2147472897" r:id="rId15"/>
    <p:sldId id="2147472898" r:id="rId16"/>
    <p:sldId id="2147472903" r:id="rId17"/>
    <p:sldId id="2147472899" r:id="rId18"/>
    <p:sldId id="2147472901" r:id="rId19"/>
    <p:sldId id="2147472900" r:id="rId20"/>
    <p:sldId id="214747290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2260" userDrawn="1">
          <p15:clr>
            <a:srgbClr val="A4A3A4"/>
          </p15:clr>
        </p15:guide>
        <p15:guide id="3"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FDCB15-361F-4D99-8EB7-F42793EEEE2F}" v="75" dt="2025-11-09T16:36:09.4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guide orient="horz" pos="2160"/>
        <p:guide orient="horz" pos="22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rav Chauhan" userId="bc59c218e3e1523e" providerId="LiveId" clId="{98C990A7-2917-4BC7-8DB5-839CFEDE3EB6}"/>
    <pc:docChg chg="undo custSel addSld delSld modSld sldOrd">
      <pc:chgData name="Saurav Chauhan" userId="bc59c218e3e1523e" providerId="LiveId" clId="{98C990A7-2917-4BC7-8DB5-839CFEDE3EB6}" dt="2025-11-09T16:41:45.306" v="2685" actId="2696"/>
      <pc:docMkLst>
        <pc:docMk/>
      </pc:docMkLst>
      <pc:sldChg chg="modSp mod">
        <pc:chgData name="Saurav Chauhan" userId="bc59c218e3e1523e" providerId="LiveId" clId="{98C990A7-2917-4BC7-8DB5-839CFEDE3EB6}" dt="2025-11-04T18:50:03.613" v="835" actId="20577"/>
        <pc:sldMkLst>
          <pc:docMk/>
          <pc:sldMk cId="4250947551" sldId="2147472878"/>
        </pc:sldMkLst>
        <pc:spChg chg="mod">
          <ac:chgData name="Saurav Chauhan" userId="bc59c218e3e1523e" providerId="LiveId" clId="{98C990A7-2917-4BC7-8DB5-839CFEDE3EB6}" dt="2025-11-04T18:50:03.613" v="835" actId="20577"/>
          <ac:spMkLst>
            <pc:docMk/>
            <pc:sldMk cId="4250947551" sldId="2147472878"/>
            <ac:spMk id="5" creationId="{680A2213-9191-FA18-A9D2-8F712EE7D87D}"/>
          </ac:spMkLst>
        </pc:spChg>
      </pc:sldChg>
      <pc:sldChg chg="modSp mod">
        <pc:chgData name="Saurav Chauhan" userId="bc59c218e3e1523e" providerId="LiveId" clId="{98C990A7-2917-4BC7-8DB5-839CFEDE3EB6}" dt="2025-11-04T18:52:40.324" v="892"/>
        <pc:sldMkLst>
          <pc:docMk/>
          <pc:sldMk cId="716685192" sldId="2147472879"/>
        </pc:sldMkLst>
        <pc:spChg chg="mod">
          <ac:chgData name="Saurav Chauhan" userId="bc59c218e3e1523e" providerId="LiveId" clId="{98C990A7-2917-4BC7-8DB5-839CFEDE3EB6}" dt="2025-11-04T18:51:32.543" v="875" actId="20577"/>
          <ac:spMkLst>
            <pc:docMk/>
            <pc:sldMk cId="716685192" sldId="2147472879"/>
            <ac:spMk id="4" creationId="{81C2B2B0-1801-E26B-4146-DBAB4371C7F6}"/>
          </ac:spMkLst>
        </pc:spChg>
        <pc:spChg chg="mod">
          <ac:chgData name="Saurav Chauhan" userId="bc59c218e3e1523e" providerId="LiveId" clId="{98C990A7-2917-4BC7-8DB5-839CFEDE3EB6}" dt="2025-11-04T18:52:40.324" v="892"/>
          <ac:spMkLst>
            <pc:docMk/>
            <pc:sldMk cId="716685192" sldId="2147472879"/>
            <ac:spMk id="5" creationId="{7131B130-EA7C-5D2F-ADFE-20E09D049E20}"/>
          </ac:spMkLst>
        </pc:spChg>
      </pc:sldChg>
      <pc:sldChg chg="addSp delSp modSp add mod">
        <pc:chgData name="Saurav Chauhan" userId="bc59c218e3e1523e" providerId="LiveId" clId="{98C990A7-2917-4BC7-8DB5-839CFEDE3EB6}" dt="2025-11-04T18:56:41.757" v="984" actId="20577"/>
        <pc:sldMkLst>
          <pc:docMk/>
          <pc:sldMk cId="1544866013" sldId="2147472886"/>
        </pc:sldMkLst>
        <pc:spChg chg="add mod">
          <ac:chgData name="Saurav Chauhan" userId="bc59c218e3e1523e" providerId="LiveId" clId="{98C990A7-2917-4BC7-8DB5-839CFEDE3EB6}" dt="2025-11-04T18:25:38.461" v="347" actId="21"/>
          <ac:spMkLst>
            <pc:docMk/>
            <pc:sldMk cId="1544866013" sldId="2147472886"/>
            <ac:spMk id="3" creationId="{68263A1A-5853-A107-830D-796F9A4E117A}"/>
          </ac:spMkLst>
        </pc:spChg>
        <pc:spChg chg="add mod">
          <ac:chgData name="Saurav Chauhan" userId="bc59c218e3e1523e" providerId="LiveId" clId="{98C990A7-2917-4BC7-8DB5-839CFEDE3EB6}" dt="2025-11-04T18:56:41.757" v="984" actId="20577"/>
          <ac:spMkLst>
            <pc:docMk/>
            <pc:sldMk cId="1544866013" sldId="2147472886"/>
            <ac:spMk id="4" creationId="{189F6F52-82BC-B6FE-3A3D-AC26BA24BD82}"/>
          </ac:spMkLst>
        </pc:spChg>
      </pc:sldChg>
      <pc:sldChg chg="addSp delSp modSp add mod">
        <pc:chgData name="Saurav Chauhan" userId="bc59c218e3e1523e" providerId="LiveId" clId="{98C990A7-2917-4BC7-8DB5-839CFEDE3EB6}" dt="2025-11-04T18:57:23.823" v="1005" actId="20577"/>
        <pc:sldMkLst>
          <pc:docMk/>
          <pc:sldMk cId="1401050646" sldId="2147472887"/>
        </pc:sldMkLst>
        <pc:spChg chg="add mod">
          <ac:chgData name="Saurav Chauhan" userId="bc59c218e3e1523e" providerId="LiveId" clId="{98C990A7-2917-4BC7-8DB5-839CFEDE3EB6}" dt="2025-11-04T18:55:46.239" v="937" actId="1076"/>
          <ac:spMkLst>
            <pc:docMk/>
            <pc:sldMk cId="1401050646" sldId="2147472887"/>
            <ac:spMk id="5" creationId="{110D74C9-603A-4CC7-D6C5-5DA1AF716AD2}"/>
          </ac:spMkLst>
        </pc:spChg>
        <pc:spChg chg="add mod">
          <ac:chgData name="Saurav Chauhan" userId="bc59c218e3e1523e" providerId="LiveId" clId="{98C990A7-2917-4BC7-8DB5-839CFEDE3EB6}" dt="2025-11-04T18:57:23.823" v="1005" actId="20577"/>
          <ac:spMkLst>
            <pc:docMk/>
            <pc:sldMk cId="1401050646" sldId="2147472887"/>
            <ac:spMk id="7" creationId="{FEFA390D-3763-A0BA-641F-86233611CF11}"/>
          </ac:spMkLst>
        </pc:spChg>
      </pc:sldChg>
      <pc:sldChg chg="modSp add mod">
        <pc:chgData name="Saurav Chauhan" userId="bc59c218e3e1523e" providerId="LiveId" clId="{98C990A7-2917-4BC7-8DB5-839CFEDE3EB6}" dt="2025-11-04T19:01:01.730" v="1102" actId="255"/>
        <pc:sldMkLst>
          <pc:docMk/>
          <pc:sldMk cId="943213404" sldId="2147472888"/>
        </pc:sldMkLst>
        <pc:spChg chg="mod">
          <ac:chgData name="Saurav Chauhan" userId="bc59c218e3e1523e" providerId="LiveId" clId="{98C990A7-2917-4BC7-8DB5-839CFEDE3EB6}" dt="2025-11-04T19:01:01.730" v="1102" actId="255"/>
          <ac:spMkLst>
            <pc:docMk/>
            <pc:sldMk cId="943213404" sldId="2147472888"/>
            <ac:spMk id="5" creationId="{1E1551BC-A9BD-4D33-6685-C21477C18952}"/>
          </ac:spMkLst>
        </pc:spChg>
        <pc:spChg chg="mod">
          <ac:chgData name="Saurav Chauhan" userId="bc59c218e3e1523e" providerId="LiveId" clId="{98C990A7-2917-4BC7-8DB5-839CFEDE3EB6}" dt="2025-11-04T19:00:46.201" v="1100" actId="20577"/>
          <ac:spMkLst>
            <pc:docMk/>
            <pc:sldMk cId="943213404" sldId="2147472888"/>
            <ac:spMk id="7" creationId="{A6B7D0CA-6E6B-C903-C0A2-4ED5E5F5D910}"/>
          </ac:spMkLst>
        </pc:spChg>
      </pc:sldChg>
      <pc:sldChg chg="addSp delSp modSp add mod">
        <pc:chgData name="Saurav Chauhan" userId="bc59c218e3e1523e" providerId="LiveId" clId="{98C990A7-2917-4BC7-8DB5-839CFEDE3EB6}" dt="2025-11-04T19:04:31.772" v="1129" actId="20577"/>
        <pc:sldMkLst>
          <pc:docMk/>
          <pc:sldMk cId="620350713" sldId="2147472889"/>
        </pc:sldMkLst>
        <pc:spChg chg="add mod">
          <ac:chgData name="Saurav Chauhan" userId="bc59c218e3e1523e" providerId="LiveId" clId="{98C990A7-2917-4BC7-8DB5-839CFEDE3EB6}" dt="2025-11-04T19:04:31.772" v="1129" actId="20577"/>
          <ac:spMkLst>
            <pc:docMk/>
            <pc:sldMk cId="620350713" sldId="2147472889"/>
            <ac:spMk id="4" creationId="{6F399F34-84FB-D9FF-FC99-7B03B20D56B6}"/>
          </ac:spMkLst>
        </pc:spChg>
        <pc:spChg chg="mod">
          <ac:chgData name="Saurav Chauhan" userId="bc59c218e3e1523e" providerId="LiveId" clId="{98C990A7-2917-4BC7-8DB5-839CFEDE3EB6}" dt="2025-11-04T19:03:24.902" v="1107" actId="255"/>
          <ac:spMkLst>
            <pc:docMk/>
            <pc:sldMk cId="620350713" sldId="2147472889"/>
            <ac:spMk id="5" creationId="{9A9D9DAD-E5A7-51C8-5E18-AE7C4C1D9EF7}"/>
          </ac:spMkLst>
        </pc:spChg>
      </pc:sldChg>
      <pc:sldChg chg="modSp add mod">
        <pc:chgData name="Saurav Chauhan" userId="bc59c218e3e1523e" providerId="LiveId" clId="{98C990A7-2917-4BC7-8DB5-839CFEDE3EB6}" dt="2025-11-04T19:07:58.921" v="1134"/>
        <pc:sldMkLst>
          <pc:docMk/>
          <pc:sldMk cId="1527268815" sldId="2147472890"/>
        </pc:sldMkLst>
        <pc:spChg chg="mod">
          <ac:chgData name="Saurav Chauhan" userId="bc59c218e3e1523e" providerId="LiveId" clId="{98C990A7-2917-4BC7-8DB5-839CFEDE3EB6}" dt="2025-11-04T19:07:58.921" v="1134"/>
          <ac:spMkLst>
            <pc:docMk/>
            <pc:sldMk cId="1527268815" sldId="2147472890"/>
            <ac:spMk id="4" creationId="{DFBB7A38-1C83-5B5B-50DB-D38DC66A06C8}"/>
          </ac:spMkLst>
        </pc:spChg>
        <pc:spChg chg="mod">
          <ac:chgData name="Saurav Chauhan" userId="bc59c218e3e1523e" providerId="LiveId" clId="{98C990A7-2917-4BC7-8DB5-839CFEDE3EB6}" dt="2025-11-04T19:07:41.906" v="1132" actId="255"/>
          <ac:spMkLst>
            <pc:docMk/>
            <pc:sldMk cId="1527268815" sldId="2147472890"/>
            <ac:spMk id="5" creationId="{E54209CA-1351-86DC-7091-6016EF0D0A60}"/>
          </ac:spMkLst>
        </pc:spChg>
      </pc:sldChg>
      <pc:sldChg chg="addSp delSp modSp add mod">
        <pc:chgData name="Saurav Chauhan" userId="bc59c218e3e1523e" providerId="LiveId" clId="{98C990A7-2917-4BC7-8DB5-839CFEDE3EB6}" dt="2025-11-04T19:08:53.180" v="1146" actId="14100"/>
        <pc:sldMkLst>
          <pc:docMk/>
          <pc:sldMk cId="566059416" sldId="2147472891"/>
        </pc:sldMkLst>
        <pc:graphicFrameChg chg="add mod modGraphic">
          <ac:chgData name="Saurav Chauhan" userId="bc59c218e3e1523e" providerId="LiveId" clId="{98C990A7-2917-4BC7-8DB5-839CFEDE3EB6}" dt="2025-11-04T19:08:53.180" v="1146" actId="14100"/>
          <ac:graphicFrameMkLst>
            <pc:docMk/>
            <pc:sldMk cId="566059416" sldId="2147472891"/>
            <ac:graphicFrameMk id="2" creationId="{47196F90-6359-9CEC-B4FA-8AB6724013F0}"/>
          </ac:graphicFrameMkLst>
        </pc:graphicFrameChg>
      </pc:sldChg>
      <pc:sldChg chg="addSp delSp modSp add mod">
        <pc:chgData name="Saurav Chauhan" userId="bc59c218e3e1523e" providerId="LiveId" clId="{98C990A7-2917-4BC7-8DB5-839CFEDE3EB6}" dt="2025-11-04T19:12:58.357" v="1283" actId="20577"/>
        <pc:sldMkLst>
          <pc:docMk/>
          <pc:sldMk cId="292338149" sldId="2147472892"/>
        </pc:sldMkLst>
        <pc:spChg chg="add mod">
          <ac:chgData name="Saurav Chauhan" userId="bc59c218e3e1523e" providerId="LiveId" clId="{98C990A7-2917-4BC7-8DB5-839CFEDE3EB6}" dt="2025-11-04T19:12:58.357" v="1283" actId="20577"/>
          <ac:spMkLst>
            <pc:docMk/>
            <pc:sldMk cId="292338149" sldId="2147472892"/>
            <ac:spMk id="5" creationId="{72728B90-F000-F0FC-410E-04730C19279A}"/>
          </ac:spMkLst>
        </pc:spChg>
      </pc:sldChg>
      <pc:sldChg chg="addSp modSp add mod">
        <pc:chgData name="Saurav Chauhan" userId="bc59c218e3e1523e" providerId="LiveId" clId="{98C990A7-2917-4BC7-8DB5-839CFEDE3EB6}" dt="2025-11-04T19:17:52.546" v="1366" actId="255"/>
        <pc:sldMkLst>
          <pc:docMk/>
          <pc:sldMk cId="3918685193" sldId="2147472893"/>
        </pc:sldMkLst>
        <pc:spChg chg="add mod">
          <ac:chgData name="Saurav Chauhan" userId="bc59c218e3e1523e" providerId="LiveId" clId="{98C990A7-2917-4BC7-8DB5-839CFEDE3EB6}" dt="2025-11-04T19:17:52.546" v="1366" actId="255"/>
          <ac:spMkLst>
            <pc:docMk/>
            <pc:sldMk cId="3918685193" sldId="2147472893"/>
            <ac:spMk id="4" creationId="{7732149E-FEA3-B16F-58AE-74F6625871BF}"/>
          </ac:spMkLst>
        </pc:spChg>
        <pc:spChg chg="mod">
          <ac:chgData name="Saurav Chauhan" userId="bc59c218e3e1523e" providerId="LiveId" clId="{98C990A7-2917-4BC7-8DB5-839CFEDE3EB6}" dt="2025-11-04T19:17:26.342" v="1352" actId="20577"/>
          <ac:spMkLst>
            <pc:docMk/>
            <pc:sldMk cId="3918685193" sldId="2147472893"/>
            <ac:spMk id="5" creationId="{F01D31F8-8FB0-404B-AC36-14096DE5AD0E}"/>
          </ac:spMkLst>
        </pc:spChg>
      </pc:sldChg>
      <pc:sldChg chg="addSp delSp modSp add mod">
        <pc:chgData name="Saurav Chauhan" userId="bc59c218e3e1523e" providerId="LiveId" clId="{98C990A7-2917-4BC7-8DB5-839CFEDE3EB6}" dt="2025-11-04T19:23:53.419" v="1499" actId="20577"/>
        <pc:sldMkLst>
          <pc:docMk/>
          <pc:sldMk cId="798187103" sldId="2147472894"/>
        </pc:sldMkLst>
        <pc:spChg chg="add mod">
          <ac:chgData name="Saurav Chauhan" userId="bc59c218e3e1523e" providerId="LiveId" clId="{98C990A7-2917-4BC7-8DB5-839CFEDE3EB6}" dt="2025-11-04T19:18:31.704" v="1382" actId="20577"/>
          <ac:spMkLst>
            <pc:docMk/>
            <pc:sldMk cId="798187103" sldId="2147472894"/>
            <ac:spMk id="4" creationId="{868FF73B-FB0E-006F-FFA7-DE6AFFBB3208}"/>
          </ac:spMkLst>
        </pc:spChg>
        <pc:spChg chg="add mod">
          <ac:chgData name="Saurav Chauhan" userId="bc59c218e3e1523e" providerId="LiveId" clId="{98C990A7-2917-4BC7-8DB5-839CFEDE3EB6}" dt="2025-11-04T19:23:53.419" v="1499" actId="20577"/>
          <ac:spMkLst>
            <pc:docMk/>
            <pc:sldMk cId="798187103" sldId="2147472894"/>
            <ac:spMk id="7" creationId="{DB8D4967-86D7-77E3-2F18-A8E809502C27}"/>
          </ac:spMkLst>
        </pc:spChg>
      </pc:sldChg>
      <pc:sldChg chg="modSp add mod">
        <pc:chgData name="Saurav Chauhan" userId="bc59c218e3e1523e" providerId="LiveId" clId="{98C990A7-2917-4BC7-8DB5-839CFEDE3EB6}" dt="2025-11-04T19:28:24.371" v="1584" actId="20577"/>
        <pc:sldMkLst>
          <pc:docMk/>
          <pc:sldMk cId="2795659859" sldId="2147472895"/>
        </pc:sldMkLst>
        <pc:spChg chg="mod">
          <ac:chgData name="Saurav Chauhan" userId="bc59c218e3e1523e" providerId="LiveId" clId="{98C990A7-2917-4BC7-8DB5-839CFEDE3EB6}" dt="2025-11-04T19:28:24.371" v="1584" actId="20577"/>
          <ac:spMkLst>
            <pc:docMk/>
            <pc:sldMk cId="2795659859" sldId="2147472895"/>
            <ac:spMk id="7" creationId="{27609E81-58B3-E17E-9993-710E0926B872}"/>
          </ac:spMkLst>
        </pc:spChg>
      </pc:sldChg>
      <pc:sldChg chg="addSp delSp modSp add mod">
        <pc:chgData name="Saurav Chauhan" userId="bc59c218e3e1523e" providerId="LiveId" clId="{98C990A7-2917-4BC7-8DB5-839CFEDE3EB6}" dt="2025-11-09T15:21:54.261" v="1692" actId="113"/>
        <pc:sldMkLst>
          <pc:docMk/>
          <pc:sldMk cId="3682695536" sldId="2147472896"/>
        </pc:sldMkLst>
        <pc:spChg chg="mod">
          <ac:chgData name="Saurav Chauhan" userId="bc59c218e3e1523e" providerId="LiveId" clId="{98C990A7-2917-4BC7-8DB5-839CFEDE3EB6}" dt="2025-11-09T15:14:32.639" v="1590" actId="255"/>
          <ac:spMkLst>
            <pc:docMk/>
            <pc:sldMk cId="3682695536" sldId="2147472896"/>
            <ac:spMk id="4" creationId="{B04B4FB7-9BA2-3DF6-2969-32C3957F8F5E}"/>
          </ac:spMkLst>
        </pc:spChg>
        <pc:spChg chg="add mod">
          <ac:chgData name="Saurav Chauhan" userId="bc59c218e3e1523e" providerId="LiveId" clId="{98C990A7-2917-4BC7-8DB5-839CFEDE3EB6}" dt="2025-11-09T15:15:18.209" v="1594" actId="14100"/>
          <ac:spMkLst>
            <pc:docMk/>
            <pc:sldMk cId="3682695536" sldId="2147472896"/>
            <ac:spMk id="5" creationId="{3EAB1FAD-38E3-FB3C-D225-45196FF2E5B3}"/>
          </ac:spMkLst>
        </pc:spChg>
        <pc:spChg chg="del mod">
          <ac:chgData name="Saurav Chauhan" userId="bc59c218e3e1523e" providerId="LiveId" clId="{98C990A7-2917-4BC7-8DB5-839CFEDE3EB6}" dt="2025-11-09T15:14:23.534" v="1589"/>
          <ac:spMkLst>
            <pc:docMk/>
            <pc:sldMk cId="3682695536" sldId="2147472896"/>
            <ac:spMk id="7" creationId="{5DD4E2F2-B29C-967D-F12C-8F24529A9895}"/>
          </ac:spMkLst>
        </pc:spChg>
        <pc:spChg chg="add mod">
          <ac:chgData name="Saurav Chauhan" userId="bc59c218e3e1523e" providerId="LiveId" clId="{98C990A7-2917-4BC7-8DB5-839CFEDE3EB6}" dt="2025-11-09T15:16:18.240" v="1610" actId="14100"/>
          <ac:spMkLst>
            <pc:docMk/>
            <pc:sldMk cId="3682695536" sldId="2147472896"/>
            <ac:spMk id="8" creationId="{FDC01DEE-8E20-A0DB-2681-EC6170F227A2}"/>
          </ac:spMkLst>
        </pc:spChg>
        <pc:spChg chg="add mod">
          <ac:chgData name="Saurav Chauhan" userId="bc59c218e3e1523e" providerId="LiveId" clId="{98C990A7-2917-4BC7-8DB5-839CFEDE3EB6}" dt="2025-11-09T15:21:54.261" v="1692" actId="113"/>
          <ac:spMkLst>
            <pc:docMk/>
            <pc:sldMk cId="3682695536" sldId="2147472896"/>
            <ac:spMk id="10" creationId="{4B64FDCD-A72A-EBA5-EF1E-4270F97F0017}"/>
          </ac:spMkLst>
        </pc:spChg>
      </pc:sldChg>
      <pc:sldChg chg="addSp delSp modSp add mod">
        <pc:chgData name="Saurav Chauhan" userId="bc59c218e3e1523e" providerId="LiveId" clId="{98C990A7-2917-4BC7-8DB5-839CFEDE3EB6}" dt="2025-11-09T15:22:40.018" v="1715" actId="113"/>
        <pc:sldMkLst>
          <pc:docMk/>
          <pc:sldMk cId="652803901" sldId="2147472897"/>
        </pc:sldMkLst>
        <pc:spChg chg="mod">
          <ac:chgData name="Saurav Chauhan" userId="bc59c218e3e1523e" providerId="LiveId" clId="{98C990A7-2917-4BC7-8DB5-839CFEDE3EB6}" dt="2025-11-09T15:19:26.109" v="1646"/>
          <ac:spMkLst>
            <pc:docMk/>
            <pc:sldMk cId="652803901" sldId="2147472897"/>
            <ac:spMk id="3" creationId="{49FD10EC-254B-1CD2-E1A8-35C297AB4C28}"/>
          </ac:spMkLst>
        </pc:spChg>
        <pc:spChg chg="del mod">
          <ac:chgData name="Saurav Chauhan" userId="bc59c218e3e1523e" providerId="LiveId" clId="{98C990A7-2917-4BC7-8DB5-839CFEDE3EB6}" dt="2025-11-09T15:18:39.848" v="1634"/>
          <ac:spMkLst>
            <pc:docMk/>
            <pc:sldMk cId="652803901" sldId="2147472897"/>
            <ac:spMk id="5" creationId="{7B03883B-15B4-B574-8931-223A40473472}"/>
          </ac:spMkLst>
        </pc:spChg>
        <pc:spChg chg="add mod">
          <ac:chgData name="Saurav Chauhan" userId="bc59c218e3e1523e" providerId="LiveId" clId="{98C990A7-2917-4BC7-8DB5-839CFEDE3EB6}" dt="2025-11-09T15:19:41.266" v="1650" actId="14100"/>
          <ac:spMkLst>
            <pc:docMk/>
            <pc:sldMk cId="652803901" sldId="2147472897"/>
            <ac:spMk id="6" creationId="{B57DEF17-6F11-A92C-47A4-13724059BB24}"/>
          </ac:spMkLst>
        </pc:spChg>
        <pc:spChg chg="del mod">
          <ac:chgData name="Saurav Chauhan" userId="bc59c218e3e1523e" providerId="LiveId" clId="{98C990A7-2917-4BC7-8DB5-839CFEDE3EB6}" dt="2025-11-09T15:18:39.849" v="1636"/>
          <ac:spMkLst>
            <pc:docMk/>
            <pc:sldMk cId="652803901" sldId="2147472897"/>
            <ac:spMk id="8" creationId="{B4795644-9653-79B6-CF30-24F08389F61B}"/>
          </ac:spMkLst>
        </pc:spChg>
        <pc:spChg chg="add mod">
          <ac:chgData name="Saurav Chauhan" userId="bc59c218e3e1523e" providerId="LiveId" clId="{98C990A7-2917-4BC7-8DB5-839CFEDE3EB6}" dt="2025-11-09T15:20:02.462" v="1679" actId="113"/>
          <ac:spMkLst>
            <pc:docMk/>
            <pc:sldMk cId="652803901" sldId="2147472897"/>
            <ac:spMk id="9" creationId="{4E1C190E-D995-AC9F-59D9-0032B5B29536}"/>
          </ac:spMkLst>
        </pc:spChg>
        <pc:spChg chg="del mod">
          <ac:chgData name="Saurav Chauhan" userId="bc59c218e3e1523e" providerId="LiveId" clId="{98C990A7-2917-4BC7-8DB5-839CFEDE3EB6}" dt="2025-11-09T15:18:39.851" v="1638"/>
          <ac:spMkLst>
            <pc:docMk/>
            <pc:sldMk cId="652803901" sldId="2147472897"/>
            <ac:spMk id="10" creationId="{586834A0-B586-FC80-E1F2-364601C1B225}"/>
          </ac:spMkLst>
        </pc:spChg>
        <pc:spChg chg="add mod">
          <ac:chgData name="Saurav Chauhan" userId="bc59c218e3e1523e" providerId="LiveId" clId="{98C990A7-2917-4BC7-8DB5-839CFEDE3EB6}" dt="2025-11-09T15:22:40.018" v="1715" actId="113"/>
          <ac:spMkLst>
            <pc:docMk/>
            <pc:sldMk cId="652803901" sldId="2147472897"/>
            <ac:spMk id="12" creationId="{53518645-7E12-5915-1917-EF30079C35E0}"/>
          </ac:spMkLst>
        </pc:spChg>
      </pc:sldChg>
      <pc:sldChg chg="addSp delSp modSp add mod">
        <pc:chgData name="Saurav Chauhan" userId="bc59c218e3e1523e" providerId="LiveId" clId="{98C990A7-2917-4BC7-8DB5-839CFEDE3EB6}" dt="2025-11-09T15:33:05.318" v="2055" actId="20577"/>
        <pc:sldMkLst>
          <pc:docMk/>
          <pc:sldMk cId="315461969" sldId="2147472898"/>
        </pc:sldMkLst>
        <pc:spChg chg="mod">
          <ac:chgData name="Saurav Chauhan" userId="bc59c218e3e1523e" providerId="LiveId" clId="{98C990A7-2917-4BC7-8DB5-839CFEDE3EB6}" dt="2025-11-09T15:25:08.328" v="1758" actId="20577"/>
          <ac:spMkLst>
            <pc:docMk/>
            <pc:sldMk cId="315461969" sldId="2147472898"/>
            <ac:spMk id="4" creationId="{B0D1DFE4-AD01-3EE5-ECE0-5FD1AD2DC259}"/>
          </ac:spMkLst>
        </pc:spChg>
        <pc:spChg chg="add mod">
          <ac:chgData name="Saurav Chauhan" userId="bc59c218e3e1523e" providerId="LiveId" clId="{98C990A7-2917-4BC7-8DB5-839CFEDE3EB6}" dt="2025-11-09T15:30:35.418" v="1951" actId="20577"/>
          <ac:spMkLst>
            <pc:docMk/>
            <pc:sldMk cId="315461969" sldId="2147472898"/>
            <ac:spMk id="5" creationId="{87A897E3-5F14-A52A-5186-9C0AB67FA903}"/>
          </ac:spMkLst>
        </pc:spChg>
        <pc:spChg chg="del mod">
          <ac:chgData name="Saurav Chauhan" userId="bc59c218e3e1523e" providerId="LiveId" clId="{98C990A7-2917-4BC7-8DB5-839CFEDE3EB6}" dt="2025-11-09T15:26:28.116" v="1760"/>
          <ac:spMkLst>
            <pc:docMk/>
            <pc:sldMk cId="315461969" sldId="2147472898"/>
            <ac:spMk id="6" creationId="{D0995EF8-A3D8-A798-6332-CA9732C2EE57}"/>
          </ac:spMkLst>
        </pc:spChg>
        <pc:spChg chg="add mod">
          <ac:chgData name="Saurav Chauhan" userId="bc59c218e3e1523e" providerId="LiveId" clId="{98C990A7-2917-4BC7-8DB5-839CFEDE3EB6}" dt="2025-11-09T15:33:05.318" v="2055" actId="20577"/>
          <ac:spMkLst>
            <pc:docMk/>
            <pc:sldMk cId="315461969" sldId="2147472898"/>
            <ac:spMk id="8" creationId="{B1E6B190-44FE-943A-BDAB-DA1F4DAAACCD}"/>
          </ac:spMkLst>
        </pc:spChg>
        <pc:spChg chg="del mod">
          <ac:chgData name="Saurav Chauhan" userId="bc59c218e3e1523e" providerId="LiveId" clId="{98C990A7-2917-4BC7-8DB5-839CFEDE3EB6}" dt="2025-11-09T15:26:28.119" v="1762"/>
          <ac:spMkLst>
            <pc:docMk/>
            <pc:sldMk cId="315461969" sldId="2147472898"/>
            <ac:spMk id="9" creationId="{F445B3DC-0079-A002-080E-162E075B8176}"/>
          </ac:spMkLst>
        </pc:spChg>
        <pc:spChg chg="del mod">
          <ac:chgData name="Saurav Chauhan" userId="bc59c218e3e1523e" providerId="LiveId" clId="{98C990A7-2917-4BC7-8DB5-839CFEDE3EB6}" dt="2025-11-09T15:26:28.120" v="1764"/>
          <ac:spMkLst>
            <pc:docMk/>
            <pc:sldMk cId="315461969" sldId="2147472898"/>
            <ac:spMk id="12" creationId="{3C44B057-6CAC-4F78-9EB6-0BAC348D7D2F}"/>
          </ac:spMkLst>
        </pc:spChg>
      </pc:sldChg>
      <pc:sldChg chg="addSp delSp modSp add mod">
        <pc:chgData name="Saurav Chauhan" userId="bc59c218e3e1523e" providerId="LiveId" clId="{98C990A7-2917-4BC7-8DB5-839CFEDE3EB6}" dt="2025-11-09T16:04:46.502" v="2301" actId="12"/>
        <pc:sldMkLst>
          <pc:docMk/>
          <pc:sldMk cId="2361476926" sldId="2147472899"/>
        </pc:sldMkLst>
        <pc:spChg chg="mod">
          <ac:chgData name="Saurav Chauhan" userId="bc59c218e3e1523e" providerId="LiveId" clId="{98C990A7-2917-4BC7-8DB5-839CFEDE3EB6}" dt="2025-11-09T16:04:46.502" v="2301" actId="12"/>
          <ac:spMkLst>
            <pc:docMk/>
            <pc:sldMk cId="2361476926" sldId="2147472899"/>
            <ac:spMk id="3" creationId="{9C22FA62-8286-E112-A979-3B0F2CA57A70}"/>
          </ac:spMkLst>
        </pc:spChg>
        <pc:spChg chg="mod">
          <ac:chgData name="Saurav Chauhan" userId="bc59c218e3e1523e" providerId="LiveId" clId="{98C990A7-2917-4BC7-8DB5-839CFEDE3EB6}" dt="2025-11-09T15:39:02.272" v="2063"/>
          <ac:spMkLst>
            <pc:docMk/>
            <pc:sldMk cId="2361476926" sldId="2147472899"/>
            <ac:spMk id="4" creationId="{68AD7B98-5EF2-B146-1DC7-3AF060F41851}"/>
          </ac:spMkLst>
        </pc:spChg>
        <pc:spChg chg="del mod">
          <ac:chgData name="Saurav Chauhan" userId="bc59c218e3e1523e" providerId="LiveId" clId="{98C990A7-2917-4BC7-8DB5-839CFEDE3EB6}" dt="2025-11-09T15:38:33.784" v="2061"/>
          <ac:spMkLst>
            <pc:docMk/>
            <pc:sldMk cId="2361476926" sldId="2147472899"/>
            <ac:spMk id="5" creationId="{BAE73C81-5344-8AAC-C383-8A4D5682A431}"/>
          </ac:spMkLst>
        </pc:spChg>
        <pc:spChg chg="add mod">
          <ac:chgData name="Saurav Chauhan" userId="bc59c218e3e1523e" providerId="LiveId" clId="{98C990A7-2917-4BC7-8DB5-839CFEDE3EB6}" dt="2025-11-09T15:54:28.949" v="2190" actId="5793"/>
          <ac:spMkLst>
            <pc:docMk/>
            <pc:sldMk cId="2361476926" sldId="2147472899"/>
            <ac:spMk id="6" creationId="{3248304C-8DF5-8B96-DEC9-C5688202AD9E}"/>
          </ac:spMkLst>
        </pc:spChg>
        <pc:spChg chg="mod">
          <ac:chgData name="Saurav Chauhan" userId="bc59c218e3e1523e" providerId="LiveId" clId="{98C990A7-2917-4BC7-8DB5-839CFEDE3EB6}" dt="2025-11-09T15:38:28.790" v="2058" actId="20577"/>
          <ac:spMkLst>
            <pc:docMk/>
            <pc:sldMk cId="2361476926" sldId="2147472899"/>
            <ac:spMk id="8" creationId="{9E44C5D3-1135-B06A-B427-1C64C379BE40}"/>
          </ac:spMkLst>
        </pc:spChg>
        <pc:spChg chg="add del mod">
          <ac:chgData name="Saurav Chauhan" userId="bc59c218e3e1523e" providerId="LiveId" clId="{98C990A7-2917-4BC7-8DB5-839CFEDE3EB6}" dt="2025-11-09T16:00:23.769" v="2251"/>
          <ac:spMkLst>
            <pc:docMk/>
            <pc:sldMk cId="2361476926" sldId="2147472899"/>
            <ac:spMk id="9" creationId="{2C873C34-EA62-E5A1-BA57-D8AB50639E47}"/>
          </ac:spMkLst>
        </pc:spChg>
      </pc:sldChg>
      <pc:sldChg chg="addSp delSp modSp add mod">
        <pc:chgData name="Saurav Chauhan" userId="bc59c218e3e1523e" providerId="LiveId" clId="{98C990A7-2917-4BC7-8DB5-839CFEDE3EB6}" dt="2025-11-09T16:10:40.666" v="2466" actId="20577"/>
        <pc:sldMkLst>
          <pc:docMk/>
          <pc:sldMk cId="1923013525" sldId="2147472900"/>
        </pc:sldMkLst>
        <pc:spChg chg="mod">
          <ac:chgData name="Saurav Chauhan" userId="bc59c218e3e1523e" providerId="LiveId" clId="{98C990A7-2917-4BC7-8DB5-839CFEDE3EB6}" dt="2025-11-09T16:05:53.480" v="2330" actId="20577"/>
          <ac:spMkLst>
            <pc:docMk/>
            <pc:sldMk cId="1923013525" sldId="2147472900"/>
            <ac:spMk id="4" creationId="{816B98E5-C576-11D2-CB0E-E2EC151C41EF}"/>
          </ac:spMkLst>
        </pc:spChg>
        <pc:spChg chg="add mod">
          <ac:chgData name="Saurav Chauhan" userId="bc59c218e3e1523e" providerId="LiveId" clId="{98C990A7-2917-4BC7-8DB5-839CFEDE3EB6}" dt="2025-11-09T16:10:40.666" v="2466" actId="20577"/>
          <ac:spMkLst>
            <pc:docMk/>
            <pc:sldMk cId="1923013525" sldId="2147472900"/>
            <ac:spMk id="5" creationId="{94B57984-EFD9-102C-D552-E537F9CF062C}"/>
          </ac:spMkLst>
        </pc:spChg>
        <pc:spChg chg="del mod">
          <ac:chgData name="Saurav Chauhan" userId="bc59c218e3e1523e" providerId="LiveId" clId="{98C990A7-2917-4BC7-8DB5-839CFEDE3EB6}" dt="2025-11-09T15:55:04.240" v="2194" actId="478"/>
          <ac:spMkLst>
            <pc:docMk/>
            <pc:sldMk cId="1923013525" sldId="2147472900"/>
            <ac:spMk id="6" creationId="{602A59D7-8A4B-6014-1AE4-983B11255D82}"/>
          </ac:spMkLst>
        </pc:spChg>
        <pc:spChg chg="del mod">
          <ac:chgData name="Saurav Chauhan" userId="bc59c218e3e1523e" providerId="LiveId" clId="{98C990A7-2917-4BC7-8DB5-839CFEDE3EB6}" dt="2025-11-09T15:55:13.023" v="2197"/>
          <ac:spMkLst>
            <pc:docMk/>
            <pc:sldMk cId="1923013525" sldId="2147472900"/>
            <ac:spMk id="9" creationId="{04005BD1-9D5E-D83E-B293-893126A96CB2}"/>
          </ac:spMkLst>
        </pc:spChg>
        <pc:spChg chg="add mod">
          <ac:chgData name="Saurav Chauhan" userId="bc59c218e3e1523e" providerId="LiveId" clId="{98C990A7-2917-4BC7-8DB5-839CFEDE3EB6}" dt="2025-11-09T16:05:25.317" v="2309" actId="1076"/>
          <ac:spMkLst>
            <pc:docMk/>
            <pc:sldMk cId="1923013525" sldId="2147472900"/>
            <ac:spMk id="10" creationId="{295381EC-779B-D86C-1BC4-35AEAF3BC8A4}"/>
          </ac:spMkLst>
        </pc:spChg>
        <pc:spChg chg="add del mod">
          <ac:chgData name="Saurav Chauhan" userId="bc59c218e3e1523e" providerId="LiveId" clId="{98C990A7-2917-4BC7-8DB5-839CFEDE3EB6}" dt="2025-11-09T16:05:01.788" v="2306"/>
          <ac:spMkLst>
            <pc:docMk/>
            <pc:sldMk cId="1923013525" sldId="2147472900"/>
            <ac:spMk id="12" creationId="{5365A34D-B893-40E9-4B28-A711CD24B111}"/>
          </ac:spMkLst>
        </pc:spChg>
      </pc:sldChg>
      <pc:sldChg chg="addSp delSp modSp add mod ord">
        <pc:chgData name="Saurav Chauhan" userId="bc59c218e3e1523e" providerId="LiveId" clId="{98C990A7-2917-4BC7-8DB5-839CFEDE3EB6}" dt="2025-11-09T16:08:54.699" v="2431" actId="113"/>
        <pc:sldMkLst>
          <pc:docMk/>
          <pc:sldMk cId="14348054" sldId="2147472901"/>
        </pc:sldMkLst>
        <pc:spChg chg="mod">
          <ac:chgData name="Saurav Chauhan" userId="bc59c218e3e1523e" providerId="LiveId" clId="{98C990A7-2917-4BC7-8DB5-839CFEDE3EB6}" dt="2025-11-09T16:08:50.075" v="2430" actId="20577"/>
          <ac:spMkLst>
            <pc:docMk/>
            <pc:sldMk cId="14348054" sldId="2147472901"/>
            <ac:spMk id="4" creationId="{DC077308-A044-5158-0AF4-2A4D40EA5D0C}"/>
          </ac:spMkLst>
        </pc:spChg>
        <pc:spChg chg="del mod">
          <ac:chgData name="Saurav Chauhan" userId="bc59c218e3e1523e" providerId="LiveId" clId="{98C990A7-2917-4BC7-8DB5-839CFEDE3EB6}" dt="2025-11-09T15:58:11.071" v="2241"/>
          <ac:spMkLst>
            <pc:docMk/>
            <pc:sldMk cId="14348054" sldId="2147472901"/>
            <ac:spMk id="5" creationId="{75D5DE08-7BC7-9945-BF34-A5F04FC65C53}"/>
          </ac:spMkLst>
        </pc:spChg>
        <pc:spChg chg="add mod">
          <ac:chgData name="Saurav Chauhan" userId="bc59c218e3e1523e" providerId="LiveId" clId="{98C990A7-2917-4BC7-8DB5-839CFEDE3EB6}" dt="2025-11-09T16:08:54.699" v="2431" actId="113"/>
          <ac:spMkLst>
            <pc:docMk/>
            <pc:sldMk cId="14348054" sldId="2147472901"/>
            <ac:spMk id="6" creationId="{2C8FDA0E-4D14-5D7E-5746-4396ADE9C383}"/>
          </ac:spMkLst>
        </pc:spChg>
        <pc:spChg chg="del mod">
          <ac:chgData name="Saurav Chauhan" userId="bc59c218e3e1523e" providerId="LiveId" clId="{98C990A7-2917-4BC7-8DB5-839CFEDE3EB6}" dt="2025-11-09T15:58:04.482" v="2237"/>
          <ac:spMkLst>
            <pc:docMk/>
            <pc:sldMk cId="14348054" sldId="2147472901"/>
            <ac:spMk id="10" creationId="{CD78672A-7557-8C75-3BC9-FE7360073A5A}"/>
          </ac:spMkLst>
        </pc:spChg>
      </pc:sldChg>
      <pc:sldChg chg="new del">
        <pc:chgData name="Saurav Chauhan" userId="bc59c218e3e1523e" providerId="LiveId" clId="{98C990A7-2917-4BC7-8DB5-839CFEDE3EB6}" dt="2025-11-09T16:03:39.536" v="2271" actId="680"/>
        <pc:sldMkLst>
          <pc:docMk/>
          <pc:sldMk cId="594051087" sldId="2147472902"/>
        </pc:sldMkLst>
      </pc:sldChg>
      <pc:sldChg chg="delSp modSp add mod">
        <pc:chgData name="Saurav Chauhan" userId="bc59c218e3e1523e" providerId="LiveId" clId="{98C990A7-2917-4BC7-8DB5-839CFEDE3EB6}" dt="2025-11-09T16:11:43.749" v="2500"/>
        <pc:sldMkLst>
          <pc:docMk/>
          <pc:sldMk cId="3703915571" sldId="2147472902"/>
        </pc:sldMkLst>
        <pc:spChg chg="mod">
          <ac:chgData name="Saurav Chauhan" userId="bc59c218e3e1523e" providerId="LiveId" clId="{98C990A7-2917-4BC7-8DB5-839CFEDE3EB6}" dt="2025-11-09T16:11:41.919" v="2498" actId="20577"/>
          <ac:spMkLst>
            <pc:docMk/>
            <pc:sldMk cId="3703915571" sldId="2147472902"/>
            <ac:spMk id="5" creationId="{90BDEB63-A978-8193-74F9-E6A09AEFCA2F}"/>
          </ac:spMkLst>
        </pc:spChg>
        <pc:spChg chg="del mod">
          <ac:chgData name="Saurav Chauhan" userId="bc59c218e3e1523e" providerId="LiveId" clId="{98C990A7-2917-4BC7-8DB5-839CFEDE3EB6}" dt="2025-11-09T16:11:43.749" v="2500"/>
          <ac:spMkLst>
            <pc:docMk/>
            <pc:sldMk cId="3703915571" sldId="2147472902"/>
            <ac:spMk id="10" creationId="{F423AF4E-84BF-757E-635F-05ADB88DD602}"/>
          </ac:spMkLst>
        </pc:spChg>
      </pc:sldChg>
      <pc:sldChg chg="addSp delSp modSp add mod ord">
        <pc:chgData name="Saurav Chauhan" userId="bc59c218e3e1523e" providerId="LiveId" clId="{98C990A7-2917-4BC7-8DB5-839CFEDE3EB6}" dt="2025-11-09T16:33:24.129" v="2655" actId="20577"/>
        <pc:sldMkLst>
          <pc:docMk/>
          <pc:sldMk cId="592717702" sldId="2147472903"/>
        </pc:sldMkLst>
        <pc:spChg chg="mod">
          <ac:chgData name="Saurav Chauhan" userId="bc59c218e3e1523e" providerId="LiveId" clId="{98C990A7-2917-4BC7-8DB5-839CFEDE3EB6}" dt="2025-11-09T16:17:35.448" v="2544" actId="20577"/>
          <ac:spMkLst>
            <pc:docMk/>
            <pc:sldMk cId="592717702" sldId="2147472903"/>
            <ac:spMk id="3" creationId="{3A4A9CE2-3D7C-FE39-77C3-94EDB134E796}"/>
          </ac:spMkLst>
        </pc:spChg>
        <pc:spChg chg="mod">
          <ac:chgData name="Saurav Chauhan" userId="bc59c218e3e1523e" providerId="LiveId" clId="{98C990A7-2917-4BC7-8DB5-839CFEDE3EB6}" dt="2025-11-09T16:20:39.335" v="2565" actId="14100"/>
          <ac:spMkLst>
            <pc:docMk/>
            <pc:sldMk cId="592717702" sldId="2147472903"/>
            <ac:spMk id="4" creationId="{E027D763-321D-EF7C-486B-EC05A263E195}"/>
          </ac:spMkLst>
        </pc:spChg>
        <pc:spChg chg="add mod">
          <ac:chgData name="Saurav Chauhan" userId="bc59c218e3e1523e" providerId="LiveId" clId="{98C990A7-2917-4BC7-8DB5-839CFEDE3EB6}" dt="2025-11-09T16:33:24.129" v="2655" actId="20577"/>
          <ac:spMkLst>
            <pc:docMk/>
            <pc:sldMk cId="592717702" sldId="2147472903"/>
            <ac:spMk id="5" creationId="{09205AB7-F024-0BCA-32E9-0858AE01F7B4}"/>
          </ac:spMkLst>
        </pc:spChg>
        <pc:spChg chg="del mod">
          <ac:chgData name="Saurav Chauhan" userId="bc59c218e3e1523e" providerId="LiveId" clId="{98C990A7-2917-4BC7-8DB5-839CFEDE3EB6}" dt="2025-11-09T16:17:36.423" v="2546"/>
          <ac:spMkLst>
            <pc:docMk/>
            <pc:sldMk cId="592717702" sldId="2147472903"/>
            <ac:spMk id="6" creationId="{00F15CEF-700F-7C19-59DD-78C9D9A1F582}"/>
          </ac:spMkLst>
        </pc:spChg>
      </pc:sldChg>
      <pc:sldChg chg="modSp add del mod">
        <pc:chgData name="Saurav Chauhan" userId="bc59c218e3e1523e" providerId="LiveId" clId="{98C990A7-2917-4BC7-8DB5-839CFEDE3EB6}" dt="2025-11-09T16:41:45.306" v="2685" actId="2696"/>
        <pc:sldMkLst>
          <pc:docMk/>
          <pc:sldMk cId="1730371512" sldId="2147472904"/>
        </pc:sldMkLst>
        <pc:spChg chg="mod">
          <ac:chgData name="Saurav Chauhan" userId="bc59c218e3e1523e" providerId="LiveId" clId="{98C990A7-2917-4BC7-8DB5-839CFEDE3EB6}" dt="2025-11-09T16:36:34.210" v="2684" actId="20577"/>
          <ac:spMkLst>
            <pc:docMk/>
            <pc:sldMk cId="1730371512" sldId="2147472904"/>
            <ac:spMk id="5" creationId="{BD541E08-7BF8-44AA-53EF-06C0CB5190F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0990D-BEE7-428F-BEA7-CD132BB126CB}" type="datetimeFigureOut">
              <a:rPr lang="en-IN" smtClean="0"/>
              <a:t>09-11-2025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23E916-9206-4359-A5EC-4DC511DE931C}" type="slidenum">
              <a:rPr lang="en-IN" smtClean="0"/>
              <a:t>‹#›</a:t>
            </a:fld>
            <a:endParaRPr lang="en-IN"/>
          </a:p>
        </p:txBody>
      </p:sp>
    </p:spTree>
    <p:extLst>
      <p:ext uri="{BB962C8B-B14F-4D97-AF65-F5344CB8AC3E}">
        <p14:creationId xmlns:p14="http://schemas.microsoft.com/office/powerpoint/2010/main" val="638190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923E916-9206-4359-A5EC-4DC511DE931C}" type="slidenum">
              <a:rPr lang="en-IN" smtClean="0"/>
              <a:t>1</a:t>
            </a:fld>
            <a:endParaRPr lang="en-IN"/>
          </a:p>
        </p:txBody>
      </p:sp>
    </p:spTree>
    <p:extLst>
      <p:ext uri="{BB962C8B-B14F-4D97-AF65-F5344CB8AC3E}">
        <p14:creationId xmlns:p14="http://schemas.microsoft.com/office/powerpoint/2010/main" val="1508881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1B442-9600-58A6-083C-FEAF89FA39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F3367D5-41DC-FF60-847F-17B75FF6C4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F03BB34-556E-0966-6F92-343A2AC25EAA}"/>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5" name="Footer Placeholder 4">
            <a:extLst>
              <a:ext uri="{FF2B5EF4-FFF2-40B4-BE49-F238E27FC236}">
                <a16:creationId xmlns:a16="http://schemas.microsoft.com/office/drawing/2014/main" id="{492DDED5-CD05-6E65-1985-D622F59D8B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8FDCA-3B05-FA1B-062B-D23F7C93FA3B}"/>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945072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E716F-7201-0CB5-B8AB-EFDCA83F8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BF5C2C-AD2D-3C26-9B54-DDA497A814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F8E6A1-12C1-7C20-9B2B-65639F0DB16F}"/>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5" name="Footer Placeholder 4">
            <a:extLst>
              <a:ext uri="{FF2B5EF4-FFF2-40B4-BE49-F238E27FC236}">
                <a16:creationId xmlns:a16="http://schemas.microsoft.com/office/drawing/2014/main" id="{F3EE0D12-0E22-0FB7-1391-492751A5B3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2111FD-D7C0-F51C-9805-08AEB4C73948}"/>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15583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03BE3-659C-CD66-BCA4-9E0A8AEFCA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8ECCA4C-AFBF-AB79-CDC0-9D7CD33601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020718-294B-4182-26D4-6EF5DC261825}"/>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5" name="Footer Placeholder 4">
            <a:extLst>
              <a:ext uri="{FF2B5EF4-FFF2-40B4-BE49-F238E27FC236}">
                <a16:creationId xmlns:a16="http://schemas.microsoft.com/office/drawing/2014/main" id="{3AA1E70B-566B-5FFC-CF93-C50D0693EC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A91533-A6F2-7B20-6B2A-51208DA29CAD}"/>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2968386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920CA-CA81-5391-DBDC-37D39E9070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45DF10-60AA-6CBD-D262-0286E3CF5A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E78AE9-E06C-B75C-4C7A-CAF21E8250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EE6C3E8-63CF-0ADA-76DC-0ADB1C1AAE26}"/>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6" name="Footer Placeholder 5">
            <a:extLst>
              <a:ext uri="{FF2B5EF4-FFF2-40B4-BE49-F238E27FC236}">
                <a16:creationId xmlns:a16="http://schemas.microsoft.com/office/drawing/2014/main" id="{54D92FC2-7DFD-7FBA-DD89-B2236764E0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4998A7-8965-2228-1304-FF77A6A7C879}"/>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954830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F94D3-791D-C891-471C-79EB71D670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AB38BE-7CEB-05E7-809D-AB17148233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4EE680-0624-BF11-7E4E-C78412D023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6042697-CE99-B4AF-24CF-BDB1CE42E7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6091B4-0D12-EC55-7F77-3C8359AE77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7012F8D-6B04-FCBF-10DF-33FA531EF7B8}"/>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8" name="Footer Placeholder 7">
            <a:extLst>
              <a:ext uri="{FF2B5EF4-FFF2-40B4-BE49-F238E27FC236}">
                <a16:creationId xmlns:a16="http://schemas.microsoft.com/office/drawing/2014/main" id="{DD77E168-5B1B-3EC2-3498-1CE3F60E3F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753F28-FAE5-8422-A041-BCB86185BE63}"/>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2268338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6749-CC26-6235-01AC-4488121119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16E708-0854-F520-80EC-2941A4F1CC13}"/>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4" name="Footer Placeholder 3">
            <a:extLst>
              <a:ext uri="{FF2B5EF4-FFF2-40B4-BE49-F238E27FC236}">
                <a16:creationId xmlns:a16="http://schemas.microsoft.com/office/drawing/2014/main" id="{F8704F4D-0A54-103E-12BE-C420D71D209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D56405-5921-2191-F877-D4F95A11BF45}"/>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172039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A82B95-8AE6-1067-D102-C7C843E3BECB}"/>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3" name="Footer Placeholder 2">
            <a:extLst>
              <a:ext uri="{FF2B5EF4-FFF2-40B4-BE49-F238E27FC236}">
                <a16:creationId xmlns:a16="http://schemas.microsoft.com/office/drawing/2014/main" id="{B6EB5CA8-122D-50B8-9376-77C3FB8F15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A49215-2E39-61B5-66AF-4A7C18F31ECC}"/>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4142996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B6169-B55A-F156-7A53-712C909DA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9210D9-5ED6-258C-9F23-7119F60D03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FDAC52-984A-7958-BB57-C528177E4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6D48AD-271A-E5B9-9733-EA2DFBACFBDA}"/>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6" name="Footer Placeholder 5">
            <a:extLst>
              <a:ext uri="{FF2B5EF4-FFF2-40B4-BE49-F238E27FC236}">
                <a16:creationId xmlns:a16="http://schemas.microsoft.com/office/drawing/2014/main" id="{9F049782-4D31-F8F3-D2A6-89627CAA8E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82C30F-9999-DC12-5922-D9C3CD4305CC}"/>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1603912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03B51-1F8D-1A06-067E-A3A0C7F083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290E75-A00D-547F-C47B-9E582F4273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D1BBA9-859E-55CA-7EFB-8AA65EFF3B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EFC35F-AD5E-6693-80D4-8D6C2C3B9447}"/>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6" name="Footer Placeholder 5">
            <a:extLst>
              <a:ext uri="{FF2B5EF4-FFF2-40B4-BE49-F238E27FC236}">
                <a16:creationId xmlns:a16="http://schemas.microsoft.com/office/drawing/2014/main" id="{C3897E06-BF9A-A5E9-3CF6-734A85607A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3CAE4C-9D46-7D8B-8A82-F05776F18733}"/>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3157072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617D8-E625-A649-4103-CB6BE3C236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A0F85F-006C-0F23-3CF0-D408E8DEFB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D156EB-1553-6534-93E7-6C12019D383F}"/>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5" name="Footer Placeholder 4">
            <a:extLst>
              <a:ext uri="{FF2B5EF4-FFF2-40B4-BE49-F238E27FC236}">
                <a16:creationId xmlns:a16="http://schemas.microsoft.com/office/drawing/2014/main" id="{9810FE81-665C-0E1F-8D03-825ECDD774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CC882C-61C6-DF94-5DFA-DB18C5671931}"/>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2819208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2C739E-F6FA-8D18-8930-B4FA8BD007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DAE97F-0C61-37D7-EF29-9962B3C5CB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347168-4B40-C3D8-6697-8CF6A2A0133E}"/>
              </a:ext>
            </a:extLst>
          </p:cNvPr>
          <p:cNvSpPr>
            <a:spLocks noGrp="1"/>
          </p:cNvSpPr>
          <p:nvPr>
            <p:ph type="dt" sz="half" idx="10"/>
          </p:nvPr>
        </p:nvSpPr>
        <p:spPr/>
        <p:txBody>
          <a:bodyPr/>
          <a:lstStyle/>
          <a:p>
            <a:fld id="{35481072-5C7B-4C40-8165-76D9C36DE56C}" type="datetimeFigureOut">
              <a:rPr lang="en-IN" smtClean="0"/>
              <a:t>09-11-2025</a:t>
            </a:fld>
            <a:endParaRPr lang="en-IN"/>
          </a:p>
        </p:txBody>
      </p:sp>
      <p:sp>
        <p:nvSpPr>
          <p:cNvPr id="5" name="Footer Placeholder 4">
            <a:extLst>
              <a:ext uri="{FF2B5EF4-FFF2-40B4-BE49-F238E27FC236}">
                <a16:creationId xmlns:a16="http://schemas.microsoft.com/office/drawing/2014/main" id="{F690AE27-A8C0-8242-EAE3-A0AE6D100E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F7364D-0A4F-C89E-73CD-43D9452D289B}"/>
              </a:ext>
            </a:extLst>
          </p:cNvPr>
          <p:cNvSpPr>
            <a:spLocks noGrp="1"/>
          </p:cNvSpPr>
          <p:nvPr>
            <p:ph type="sldNum" sz="quarter" idx="12"/>
          </p:nvPr>
        </p:nvSpPr>
        <p:spPr/>
        <p:txBody>
          <a:bodyPr/>
          <a:lstStyle/>
          <a:p>
            <a:fld id="{CBAFD556-015B-4EF7-A85F-E45387836465}" type="slidenum">
              <a:rPr lang="en-IN" smtClean="0"/>
              <a:t>‹#›</a:t>
            </a:fld>
            <a:endParaRPr lang="en-IN"/>
          </a:p>
        </p:txBody>
      </p:sp>
    </p:spTree>
    <p:extLst>
      <p:ext uri="{BB962C8B-B14F-4D97-AF65-F5344CB8AC3E}">
        <p14:creationId xmlns:p14="http://schemas.microsoft.com/office/powerpoint/2010/main" val="3128404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776DAD-1FC4-CCB8-53E6-A84C007F46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13D253-F1F9-89E3-E3D7-4575EEBC95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C8AFA3-748A-E9EE-E51E-D8E82AEF00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481072-5C7B-4C40-8165-76D9C36DE56C}" type="datetimeFigureOut">
              <a:rPr lang="en-IN" smtClean="0"/>
              <a:t>09-11-2025</a:t>
            </a:fld>
            <a:endParaRPr lang="en-IN"/>
          </a:p>
        </p:txBody>
      </p:sp>
      <p:sp>
        <p:nvSpPr>
          <p:cNvPr id="5" name="Footer Placeholder 4">
            <a:extLst>
              <a:ext uri="{FF2B5EF4-FFF2-40B4-BE49-F238E27FC236}">
                <a16:creationId xmlns:a16="http://schemas.microsoft.com/office/drawing/2014/main" id="{5DB17BA2-5D7C-F3B5-E4E0-B575D1F31C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36C372-1016-6DEC-B705-388795BE99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FD556-015B-4EF7-A85F-E45387836465}" type="slidenum">
              <a:rPr lang="en-IN" smtClean="0"/>
              <a:t>‹#›</a:t>
            </a:fld>
            <a:endParaRPr lang="en-IN"/>
          </a:p>
        </p:txBody>
      </p:sp>
    </p:spTree>
    <p:extLst>
      <p:ext uri="{BB962C8B-B14F-4D97-AF65-F5344CB8AC3E}">
        <p14:creationId xmlns:p14="http://schemas.microsoft.com/office/powerpoint/2010/main" val="2432664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0A2213-9191-FA18-A9D2-8F712EE7D87D}"/>
              </a:ext>
            </a:extLst>
          </p:cNvPr>
          <p:cNvSpPr txBox="1"/>
          <p:nvPr/>
        </p:nvSpPr>
        <p:spPr>
          <a:xfrm>
            <a:off x="574978" y="1085486"/>
            <a:ext cx="10798514" cy="4310347"/>
          </a:xfrm>
          <a:prstGeom prst="rect">
            <a:avLst/>
          </a:prstGeom>
          <a:noFill/>
        </p:spPr>
        <p:txBody>
          <a:bodyPr wrap="square">
            <a:spAutoFit/>
          </a:bodyPr>
          <a:lstStyle/>
          <a:p>
            <a:pPr rtl="0">
              <a:lnSpc>
                <a:spcPct val="125000"/>
              </a:lnSpc>
              <a:buNone/>
            </a:pPr>
            <a:r>
              <a:rPr lang="en-US" sz="6000" b="0" i="0" u="none" strike="noStrike" dirty="0">
                <a:solidFill>
                  <a:srgbClr val="262626"/>
                </a:solidFill>
                <a:effectLst/>
                <a:latin typeface="Bahnschrift SemiBold SemiConden" panose="020B0502040204020203" pitchFamily="34" charset="0"/>
              </a:rPr>
              <a:t>Lecture- 6 </a:t>
            </a:r>
          </a:p>
          <a:p>
            <a:pPr>
              <a:lnSpc>
                <a:spcPct val="125000"/>
              </a:lnSpc>
            </a:pPr>
            <a:r>
              <a:rPr lang="en-US" sz="6000" b="0" i="0" u="none" strike="noStrike" dirty="0">
                <a:solidFill>
                  <a:srgbClr val="262626"/>
                </a:solidFill>
                <a:effectLst/>
                <a:latin typeface="Bahnschrift SemiBold SemiConden" panose="020B0502040204020203" pitchFamily="34" charset="0"/>
              </a:rPr>
              <a:t>Objects in JS</a:t>
            </a:r>
            <a:endParaRPr lang="en-IN" b="1" dirty="0"/>
          </a:p>
          <a:p>
            <a:pPr rtl="0">
              <a:lnSpc>
                <a:spcPct val="125000"/>
              </a:lnSpc>
              <a:buNone/>
            </a:pPr>
            <a:endParaRPr lang="en-IN" b="1" dirty="0"/>
          </a:p>
          <a:p>
            <a:pPr rtl="0">
              <a:lnSpc>
                <a:spcPct val="125000"/>
              </a:lnSpc>
              <a:buNone/>
            </a:pPr>
            <a:endParaRPr lang="en-US" sz="2000" b="1" dirty="0">
              <a:effectLst/>
              <a:latin typeface="Bahnschrift SemiBold SemiConden" panose="020B0502040204020203" pitchFamily="34" charset="0"/>
            </a:endParaRPr>
          </a:p>
          <a:p>
            <a:pPr>
              <a:lnSpc>
                <a:spcPct val="125000"/>
              </a:lnSpc>
              <a:buNone/>
            </a:pPr>
            <a:endParaRPr lang="en-US" sz="3200" b="1" dirty="0">
              <a:latin typeface="Bahnschrift SemiBold SemiConden" panose="020B0502040204020203" pitchFamily="34" charset="0"/>
            </a:endParaRPr>
          </a:p>
          <a:p>
            <a:pPr>
              <a:lnSpc>
                <a:spcPct val="125000"/>
              </a:lnSpc>
              <a:buNone/>
            </a:pPr>
            <a:endParaRPr lang="en-US" sz="3200" b="1" dirty="0">
              <a:latin typeface="Bahnschrift SemiBold SemiConden" panose="020B0502040204020203" pitchFamily="34" charset="0"/>
            </a:endParaRPr>
          </a:p>
        </p:txBody>
      </p:sp>
    </p:spTree>
    <p:extLst>
      <p:ext uri="{BB962C8B-B14F-4D97-AF65-F5344CB8AC3E}">
        <p14:creationId xmlns:p14="http://schemas.microsoft.com/office/powerpoint/2010/main" val="4250947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C2B2B0-1801-E26B-4146-DBAB4371C7F6}"/>
              </a:ext>
            </a:extLst>
          </p:cNvPr>
          <p:cNvSpPr txBox="1"/>
          <p:nvPr/>
        </p:nvSpPr>
        <p:spPr>
          <a:xfrm>
            <a:off x="1616559" y="133027"/>
            <a:ext cx="10207486" cy="584775"/>
          </a:xfrm>
          <a:prstGeom prst="rect">
            <a:avLst/>
          </a:prstGeom>
          <a:noFill/>
        </p:spPr>
        <p:txBody>
          <a:bodyPr wrap="square">
            <a:spAutoFit/>
          </a:bodyPr>
          <a:lstStyle/>
          <a:p>
            <a:pPr>
              <a:defRPr/>
            </a:pPr>
            <a:r>
              <a:rPr lang="en-IN" sz="3200" b="1" dirty="0">
                <a:latin typeface="Times New Roman" panose="02020603050405020304" pitchFamily="18" charset="0"/>
                <a:cs typeface="Times New Roman" panose="02020603050405020304" pitchFamily="18" charset="0"/>
              </a:rPr>
              <a:t>Objects in JS</a:t>
            </a:r>
          </a:p>
        </p:txBody>
      </p:sp>
      <p:sp>
        <p:nvSpPr>
          <p:cNvPr id="5" name="TextBox 4">
            <a:extLst>
              <a:ext uri="{FF2B5EF4-FFF2-40B4-BE49-F238E27FC236}">
                <a16:creationId xmlns:a16="http://schemas.microsoft.com/office/drawing/2014/main" id="{7131B130-EA7C-5D2F-ADFE-20E09D049E20}"/>
              </a:ext>
            </a:extLst>
          </p:cNvPr>
          <p:cNvSpPr txBox="1"/>
          <p:nvPr/>
        </p:nvSpPr>
        <p:spPr>
          <a:xfrm>
            <a:off x="377787" y="1883327"/>
            <a:ext cx="11135787" cy="5672643"/>
          </a:xfrm>
          <a:prstGeom prst="rect">
            <a:avLst/>
          </a:prstGeom>
          <a:noFill/>
        </p:spPr>
        <p:txBody>
          <a:bodyPr wrap="square">
            <a:spAutoFit/>
          </a:bodyPr>
          <a:lstStyle/>
          <a:p>
            <a:r>
              <a:rPr lang="en-US" sz="2400" dirty="0"/>
              <a:t>In JavaScript, objects are one of the most important data structures. They allow you to store data in key–value pairs and represent real-world entities — like users, products, or configurations — in a structured way.</a:t>
            </a:r>
          </a:p>
          <a:p>
            <a:endParaRPr lang="en-US" sz="2400" dirty="0"/>
          </a:p>
          <a:p>
            <a:endParaRPr lang="en-US" sz="2400" dirty="0"/>
          </a:p>
          <a:p>
            <a:r>
              <a:rPr lang="en-US" b="1" dirty="0"/>
              <a:t>What Is an Object?</a:t>
            </a:r>
          </a:p>
          <a:p>
            <a:r>
              <a:rPr lang="en-US" dirty="0"/>
              <a:t>An object in JavaScript is a collection of properties, where each property has a key (name) and a value.</a:t>
            </a:r>
          </a:p>
          <a:p>
            <a:endParaRPr lang="en-US" dirty="0"/>
          </a:p>
          <a:p>
            <a:r>
              <a:rPr lang="en-US" dirty="0"/>
              <a:t>Syntax:</a:t>
            </a:r>
          </a:p>
          <a:p>
            <a:r>
              <a:rPr lang="en-US" dirty="0"/>
              <a:t>let </a:t>
            </a:r>
            <a:r>
              <a:rPr lang="en-US" dirty="0" err="1"/>
              <a:t>objectName</a:t>
            </a:r>
            <a:r>
              <a:rPr lang="en-US" dirty="0"/>
              <a:t> = {</a:t>
            </a:r>
          </a:p>
          <a:p>
            <a:r>
              <a:rPr lang="en-US" dirty="0"/>
              <a:t>  key1: value1,</a:t>
            </a:r>
          </a:p>
          <a:p>
            <a:r>
              <a:rPr lang="en-US" dirty="0"/>
              <a:t>  key2: value2,</a:t>
            </a:r>
          </a:p>
          <a:p>
            <a:r>
              <a:rPr lang="en-US" dirty="0"/>
              <a:t>  key3: value3</a:t>
            </a:r>
          </a:p>
          <a:p>
            <a:r>
              <a:rPr lang="en-US" dirty="0"/>
              <a:t>};</a:t>
            </a:r>
          </a:p>
          <a:p>
            <a:endParaRPr lang="en-US" sz="2400" dirty="0"/>
          </a:p>
          <a:p>
            <a:pPr algn="just">
              <a:lnSpc>
                <a:spcPct val="150000"/>
              </a:lnSpc>
            </a:pPr>
            <a:endParaRPr lang="en-IN" sz="2000" dirty="0"/>
          </a:p>
          <a:p>
            <a:pPr marL="342900" indent="-342900" algn="just">
              <a:lnSpc>
                <a:spcPct val="150000"/>
              </a:lnSpc>
              <a:buFont typeface="Arial" panose="020B0604020202020204" pitchFamily="34" charset="0"/>
              <a:buChar char="•"/>
            </a:pPr>
            <a:endParaRPr lang="en-US" sz="2000" dirty="0">
              <a:latin typeface="Bahnschrift" panose="020B0502040204020203" pitchFamily="34" charset="0"/>
            </a:endParaRPr>
          </a:p>
        </p:txBody>
      </p:sp>
    </p:spTree>
    <p:extLst>
      <p:ext uri="{BB962C8B-B14F-4D97-AF65-F5344CB8AC3E}">
        <p14:creationId xmlns:p14="http://schemas.microsoft.com/office/powerpoint/2010/main" val="716685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6260356-C537-FCBD-3574-222A838373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8263A1A-5853-A107-830D-796F9A4E117A}"/>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4" name="TextBox 3">
            <a:extLst>
              <a:ext uri="{FF2B5EF4-FFF2-40B4-BE49-F238E27FC236}">
                <a16:creationId xmlns:a16="http://schemas.microsoft.com/office/drawing/2014/main" id="{189F6F52-82BC-B6FE-3A3D-AC26BA24BD82}"/>
              </a:ext>
            </a:extLst>
          </p:cNvPr>
          <p:cNvSpPr txBox="1"/>
          <p:nvPr/>
        </p:nvSpPr>
        <p:spPr>
          <a:xfrm>
            <a:off x="914399" y="1132009"/>
            <a:ext cx="6096000" cy="5078313"/>
          </a:xfrm>
          <a:prstGeom prst="rect">
            <a:avLst/>
          </a:prstGeom>
          <a:noFill/>
        </p:spPr>
        <p:txBody>
          <a:bodyPr wrap="square">
            <a:spAutoFit/>
          </a:bodyPr>
          <a:lstStyle/>
          <a:p>
            <a:pPr algn="l">
              <a:buNone/>
            </a:pPr>
            <a:r>
              <a:rPr lang="en-IN" b="1" i="0" dirty="0">
                <a:solidFill>
                  <a:srgbClr val="09090B"/>
                </a:solidFill>
                <a:effectLst/>
                <a:latin typeface="Arial" panose="020B0604020202020204" pitchFamily="34" charset="0"/>
              </a:rPr>
              <a:t>Example</a:t>
            </a:r>
          </a:p>
          <a:p>
            <a:pPr algn="l">
              <a:buNone/>
            </a:pPr>
            <a:r>
              <a:rPr lang="en-IN" b="0" i="0" dirty="0">
                <a:effectLst/>
                <a:latin typeface="Arial" panose="020B0604020202020204" pitchFamily="34" charset="0"/>
              </a:rPr>
              <a:t>Let’s create a simple </a:t>
            </a:r>
            <a:r>
              <a:rPr lang="en-IN" b="0" i="0" dirty="0">
                <a:effectLst/>
                <a:latin typeface="ui-monospace"/>
              </a:rPr>
              <a:t>person</a:t>
            </a:r>
            <a:r>
              <a:rPr lang="en-IN" b="0" i="0" dirty="0">
                <a:effectLst/>
                <a:latin typeface="Arial" panose="020B0604020202020204" pitchFamily="34" charset="0"/>
              </a:rPr>
              <a:t> object:</a:t>
            </a:r>
          </a:p>
          <a:p>
            <a:pPr algn="l">
              <a:buNone/>
            </a:pPr>
            <a:endParaRPr lang="en-IN" dirty="0">
              <a:latin typeface="Arial" panose="020B0604020202020204" pitchFamily="34" charset="0"/>
            </a:endParaRPr>
          </a:p>
          <a:p>
            <a:r>
              <a:rPr lang="en-US" dirty="0">
                <a:latin typeface="Arial" panose="020B0604020202020204" pitchFamily="34" charset="0"/>
              </a:rPr>
              <a:t>let person = {</a:t>
            </a:r>
          </a:p>
          <a:p>
            <a:r>
              <a:rPr lang="en-US" dirty="0">
                <a:latin typeface="Arial" panose="020B0604020202020204" pitchFamily="34" charset="0"/>
              </a:rPr>
              <a:t>  name: “GLA",</a:t>
            </a:r>
          </a:p>
          <a:p>
            <a:r>
              <a:rPr lang="en-US" dirty="0">
                <a:latin typeface="Arial" panose="020B0604020202020204" pitchFamily="34" charset="0"/>
              </a:rPr>
              <a:t>  age: 28,</a:t>
            </a:r>
          </a:p>
          <a:p>
            <a:r>
              <a:rPr lang="en-US" dirty="0">
                <a:latin typeface="Arial" panose="020B0604020202020204" pitchFamily="34" charset="0"/>
              </a:rPr>
              <a:t>  </a:t>
            </a:r>
            <a:r>
              <a:rPr lang="en-US" dirty="0" err="1">
                <a:latin typeface="Arial" panose="020B0604020202020204" pitchFamily="34" charset="0"/>
              </a:rPr>
              <a:t>isStudent</a:t>
            </a:r>
            <a:r>
              <a:rPr lang="en-US" dirty="0">
                <a:latin typeface="Arial" panose="020B0604020202020204" pitchFamily="34" charset="0"/>
              </a:rPr>
              <a:t>: true</a:t>
            </a:r>
          </a:p>
          <a:p>
            <a:r>
              <a:rPr lang="en-US" dirty="0">
                <a:latin typeface="Arial" panose="020B0604020202020204" pitchFamily="34" charset="0"/>
              </a:rPr>
              <a:t>};</a:t>
            </a:r>
          </a:p>
          <a:p>
            <a:endParaRPr lang="en-US" b="0" i="0" dirty="0">
              <a:effectLst/>
              <a:latin typeface="Arial" panose="020B0604020202020204" pitchFamily="34" charset="0"/>
            </a:endParaRPr>
          </a:p>
          <a:p>
            <a:endParaRPr lang="en-US" dirty="0">
              <a:latin typeface="Arial" panose="020B0604020202020204" pitchFamily="34" charset="0"/>
            </a:endParaRPr>
          </a:p>
          <a:p>
            <a:r>
              <a:rPr lang="en-US" b="0" i="0" dirty="0">
                <a:effectLst/>
                <a:latin typeface="Arial" panose="020B0604020202020204" pitchFamily="34" charset="0"/>
              </a:rPr>
              <a:t>Explanation:</a:t>
            </a:r>
          </a:p>
          <a:p>
            <a:r>
              <a:rPr lang="en-US" dirty="0"/>
              <a:t>"name" is a key with the value “GLA".</a:t>
            </a:r>
          </a:p>
          <a:p>
            <a:r>
              <a:rPr lang="en-US" dirty="0"/>
              <a:t>"age" is a key with the value 28.</a:t>
            </a:r>
          </a:p>
          <a:p>
            <a:r>
              <a:rPr lang="en-US" dirty="0"/>
              <a:t>"</a:t>
            </a:r>
            <a:r>
              <a:rPr lang="en-US" dirty="0" err="1"/>
              <a:t>isStudent</a:t>
            </a:r>
            <a:r>
              <a:rPr lang="en-US" dirty="0"/>
              <a:t>" is a key with the value true.</a:t>
            </a:r>
          </a:p>
          <a:p>
            <a:endParaRPr lang="en-IN" b="0" i="0" dirty="0">
              <a:effectLst/>
              <a:latin typeface="Arial" panose="020B0604020202020204" pitchFamily="34" charset="0"/>
            </a:endParaRPr>
          </a:p>
          <a:p>
            <a:pPr algn="l">
              <a:buNone/>
            </a:pPr>
            <a:endParaRPr lang="en-IN" dirty="0">
              <a:solidFill>
                <a:srgbClr val="71717A"/>
              </a:solidFill>
              <a:latin typeface="Arial" panose="020B0604020202020204" pitchFamily="34" charset="0"/>
            </a:endParaRPr>
          </a:p>
          <a:p>
            <a:pPr algn="l">
              <a:buNone/>
            </a:pPr>
            <a:endParaRPr lang="en-IN" b="0" i="0" dirty="0">
              <a:solidFill>
                <a:srgbClr val="71717A"/>
              </a:solidFill>
              <a:effectLst/>
              <a:latin typeface="Arial" panose="020B0604020202020204" pitchFamily="34" charset="0"/>
            </a:endParaRPr>
          </a:p>
          <a:p>
            <a:pPr algn="l">
              <a:buNone/>
            </a:pPr>
            <a:endParaRPr lang="en-IN" b="0" i="0" dirty="0">
              <a:solidFill>
                <a:srgbClr val="71717A"/>
              </a:solidFill>
              <a:effectLst/>
              <a:latin typeface="Arial" panose="020B0604020202020204" pitchFamily="34" charset="0"/>
            </a:endParaRPr>
          </a:p>
        </p:txBody>
      </p:sp>
    </p:spTree>
    <p:extLst>
      <p:ext uri="{BB962C8B-B14F-4D97-AF65-F5344CB8AC3E}">
        <p14:creationId xmlns:p14="http://schemas.microsoft.com/office/powerpoint/2010/main" val="154486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8F65A3A-1890-E39E-A1AE-7B5F10D9F5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2A7F27-D3AB-C15F-2A54-A92FBEC6307B}"/>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5" name="TextBox 4">
            <a:extLst>
              <a:ext uri="{FF2B5EF4-FFF2-40B4-BE49-F238E27FC236}">
                <a16:creationId xmlns:a16="http://schemas.microsoft.com/office/drawing/2014/main" id="{110D74C9-603A-4CC7-D6C5-5DA1AF716AD2}"/>
              </a:ext>
            </a:extLst>
          </p:cNvPr>
          <p:cNvSpPr txBox="1"/>
          <p:nvPr/>
        </p:nvSpPr>
        <p:spPr>
          <a:xfrm>
            <a:off x="1946787" y="385605"/>
            <a:ext cx="6096000" cy="369332"/>
          </a:xfrm>
          <a:prstGeom prst="rect">
            <a:avLst/>
          </a:prstGeom>
          <a:noFill/>
        </p:spPr>
        <p:txBody>
          <a:bodyPr wrap="square">
            <a:spAutoFit/>
          </a:bodyPr>
          <a:lstStyle/>
          <a:p>
            <a:pPr algn="l">
              <a:buNone/>
            </a:pPr>
            <a:r>
              <a:rPr lang="en-IN" b="1" i="0" dirty="0">
                <a:solidFill>
                  <a:srgbClr val="09090B"/>
                </a:solidFill>
                <a:effectLst/>
                <a:latin typeface="Arial" panose="020B0604020202020204" pitchFamily="34" charset="0"/>
              </a:rPr>
              <a:t>Accessing Object Properties</a:t>
            </a:r>
          </a:p>
        </p:txBody>
      </p:sp>
      <p:sp>
        <p:nvSpPr>
          <p:cNvPr id="7" name="TextBox 6">
            <a:extLst>
              <a:ext uri="{FF2B5EF4-FFF2-40B4-BE49-F238E27FC236}">
                <a16:creationId xmlns:a16="http://schemas.microsoft.com/office/drawing/2014/main" id="{FEFA390D-3763-A0BA-641F-86233611CF11}"/>
              </a:ext>
            </a:extLst>
          </p:cNvPr>
          <p:cNvSpPr txBox="1"/>
          <p:nvPr/>
        </p:nvSpPr>
        <p:spPr>
          <a:xfrm>
            <a:off x="1032387" y="1496650"/>
            <a:ext cx="6096000" cy="2862322"/>
          </a:xfrm>
          <a:prstGeom prst="rect">
            <a:avLst/>
          </a:prstGeom>
          <a:noFill/>
        </p:spPr>
        <p:txBody>
          <a:bodyPr wrap="square">
            <a:spAutoFit/>
          </a:bodyPr>
          <a:lstStyle/>
          <a:p>
            <a:pPr marL="342900" indent="-342900" algn="l">
              <a:buAutoNum type="arabicPeriod"/>
            </a:pPr>
            <a:r>
              <a:rPr lang="en-IN" b="1" i="0" dirty="0">
                <a:solidFill>
                  <a:srgbClr val="09090B"/>
                </a:solidFill>
                <a:effectLst/>
                <a:latin typeface="Arial" panose="020B0604020202020204" pitchFamily="34" charset="0"/>
              </a:rPr>
              <a:t>Dot Notation</a:t>
            </a:r>
          </a:p>
          <a:p>
            <a:pPr marL="342900" indent="-342900" algn="l">
              <a:buAutoNum type="arabicPeriod"/>
            </a:pPr>
            <a:endParaRPr lang="en-IN" b="1" dirty="0">
              <a:solidFill>
                <a:srgbClr val="09090B"/>
              </a:solidFill>
              <a:latin typeface="Arial" panose="020B0604020202020204" pitchFamily="34" charset="0"/>
            </a:endParaRPr>
          </a:p>
          <a:p>
            <a:r>
              <a:rPr lang="en-US" b="1" dirty="0">
                <a:solidFill>
                  <a:srgbClr val="09090B"/>
                </a:solidFill>
                <a:latin typeface="Arial" panose="020B0604020202020204" pitchFamily="34" charset="0"/>
              </a:rPr>
              <a:t>console.log(person.name); </a:t>
            </a:r>
          </a:p>
          <a:p>
            <a:endParaRPr lang="en-US" b="1" i="0" dirty="0">
              <a:solidFill>
                <a:srgbClr val="09090B"/>
              </a:solidFill>
              <a:effectLst/>
              <a:latin typeface="Arial" panose="020B0604020202020204" pitchFamily="34" charset="0"/>
            </a:endParaRPr>
          </a:p>
          <a:p>
            <a:endParaRPr lang="en-US" b="1" dirty="0">
              <a:solidFill>
                <a:srgbClr val="09090B"/>
              </a:solidFill>
              <a:latin typeface="Arial" panose="020B0604020202020204" pitchFamily="34" charset="0"/>
            </a:endParaRPr>
          </a:p>
          <a:p>
            <a:r>
              <a:rPr lang="en-IN" b="1" dirty="0"/>
              <a:t>2. Bracket Notation</a:t>
            </a:r>
          </a:p>
          <a:p>
            <a:r>
              <a:rPr lang="en-US" b="1" dirty="0">
                <a:solidFill>
                  <a:srgbClr val="09090B"/>
                </a:solidFill>
                <a:latin typeface="Arial" panose="020B0604020202020204" pitchFamily="34" charset="0"/>
              </a:rPr>
              <a:t>console.log(person["age"]); </a:t>
            </a:r>
          </a:p>
          <a:p>
            <a:endParaRPr lang="en-US" b="1" i="0" dirty="0">
              <a:solidFill>
                <a:srgbClr val="09090B"/>
              </a:solidFill>
              <a:effectLst/>
              <a:latin typeface="Arial" panose="020B0604020202020204" pitchFamily="34" charset="0"/>
            </a:endParaRPr>
          </a:p>
          <a:p>
            <a:endParaRPr lang="en-US" b="1" dirty="0">
              <a:solidFill>
                <a:srgbClr val="09090B"/>
              </a:solidFill>
              <a:latin typeface="Arial" panose="020B0604020202020204" pitchFamily="34" charset="0"/>
            </a:endParaRPr>
          </a:p>
          <a:p>
            <a:endParaRPr lang="en-IN" b="1" i="0" dirty="0">
              <a:solidFill>
                <a:srgbClr val="09090B"/>
              </a:solidFill>
              <a:effectLst/>
              <a:latin typeface="Arial" panose="020B0604020202020204" pitchFamily="34" charset="0"/>
            </a:endParaRPr>
          </a:p>
        </p:txBody>
      </p:sp>
    </p:spTree>
    <p:extLst>
      <p:ext uri="{BB962C8B-B14F-4D97-AF65-F5344CB8AC3E}">
        <p14:creationId xmlns:p14="http://schemas.microsoft.com/office/powerpoint/2010/main" val="1401050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9A16BAC-FD7F-E342-A0C8-D64C4E72B5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7115C5-CE8D-4E42-F52B-E129606EDF7B}"/>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5" name="TextBox 4">
            <a:extLst>
              <a:ext uri="{FF2B5EF4-FFF2-40B4-BE49-F238E27FC236}">
                <a16:creationId xmlns:a16="http://schemas.microsoft.com/office/drawing/2014/main" id="{1E1551BC-A9BD-4D33-6685-C21477C18952}"/>
              </a:ext>
            </a:extLst>
          </p:cNvPr>
          <p:cNvSpPr txBox="1"/>
          <p:nvPr/>
        </p:nvSpPr>
        <p:spPr>
          <a:xfrm>
            <a:off x="1868129" y="316780"/>
            <a:ext cx="6096000" cy="800219"/>
          </a:xfrm>
          <a:prstGeom prst="rect">
            <a:avLst/>
          </a:prstGeom>
          <a:noFill/>
        </p:spPr>
        <p:txBody>
          <a:bodyPr wrap="square">
            <a:spAutoFit/>
          </a:bodyPr>
          <a:lstStyle/>
          <a:p>
            <a:r>
              <a:rPr lang="en-IN" sz="2800" b="1" dirty="0"/>
              <a:t>Nested Objects</a:t>
            </a:r>
          </a:p>
          <a:p>
            <a:pPr algn="l">
              <a:buNone/>
            </a:pPr>
            <a:endParaRPr lang="en-IN" b="1" i="0" dirty="0">
              <a:solidFill>
                <a:srgbClr val="09090B"/>
              </a:solidFill>
              <a:effectLst/>
              <a:latin typeface="Arial" panose="020B0604020202020204" pitchFamily="34" charset="0"/>
            </a:endParaRPr>
          </a:p>
        </p:txBody>
      </p:sp>
      <p:sp>
        <p:nvSpPr>
          <p:cNvPr id="7" name="TextBox 6">
            <a:extLst>
              <a:ext uri="{FF2B5EF4-FFF2-40B4-BE49-F238E27FC236}">
                <a16:creationId xmlns:a16="http://schemas.microsoft.com/office/drawing/2014/main" id="{A6B7D0CA-6E6B-C903-C0A2-4ED5E5F5D910}"/>
              </a:ext>
            </a:extLst>
          </p:cNvPr>
          <p:cNvSpPr txBox="1"/>
          <p:nvPr/>
        </p:nvSpPr>
        <p:spPr>
          <a:xfrm>
            <a:off x="1032386" y="1496650"/>
            <a:ext cx="8711381" cy="3416320"/>
          </a:xfrm>
          <a:prstGeom prst="rect">
            <a:avLst/>
          </a:prstGeom>
          <a:noFill/>
        </p:spPr>
        <p:txBody>
          <a:bodyPr wrap="square">
            <a:spAutoFit/>
          </a:bodyPr>
          <a:lstStyle/>
          <a:p>
            <a:r>
              <a:rPr lang="en-US" b="1" dirty="0"/>
              <a:t>Objects can contain other objects — allowing you to represent complex data structures.</a:t>
            </a:r>
          </a:p>
          <a:p>
            <a:endParaRPr lang="en-US" b="1" i="0" dirty="0">
              <a:solidFill>
                <a:srgbClr val="09090B"/>
              </a:solidFill>
              <a:effectLst/>
              <a:latin typeface="Arial" panose="020B0604020202020204" pitchFamily="34" charset="0"/>
            </a:endParaRPr>
          </a:p>
          <a:p>
            <a:endParaRPr lang="en-US" b="1" dirty="0">
              <a:solidFill>
                <a:srgbClr val="09090B"/>
              </a:solidFill>
              <a:latin typeface="Arial" panose="020B0604020202020204" pitchFamily="34" charset="0"/>
            </a:endParaRPr>
          </a:p>
          <a:p>
            <a:r>
              <a:rPr lang="en-IN" b="1" dirty="0">
                <a:solidFill>
                  <a:srgbClr val="09090B"/>
                </a:solidFill>
                <a:latin typeface="Arial" panose="020B0604020202020204" pitchFamily="34" charset="0"/>
              </a:rPr>
              <a:t>let user = {</a:t>
            </a:r>
          </a:p>
          <a:p>
            <a:r>
              <a:rPr lang="en-IN" b="1" dirty="0">
                <a:solidFill>
                  <a:srgbClr val="09090B"/>
                </a:solidFill>
                <a:latin typeface="Arial" panose="020B0604020202020204" pitchFamily="34" charset="0"/>
              </a:rPr>
              <a:t>  name: “GLA",</a:t>
            </a:r>
          </a:p>
          <a:p>
            <a:r>
              <a:rPr lang="en-IN" b="1" dirty="0">
                <a:solidFill>
                  <a:srgbClr val="09090B"/>
                </a:solidFill>
                <a:latin typeface="Arial" panose="020B0604020202020204" pitchFamily="34" charset="0"/>
              </a:rPr>
              <a:t>  address: {</a:t>
            </a:r>
          </a:p>
          <a:p>
            <a:r>
              <a:rPr lang="en-IN" b="1" dirty="0">
                <a:solidFill>
                  <a:srgbClr val="09090B"/>
                </a:solidFill>
                <a:latin typeface="Arial" panose="020B0604020202020204" pitchFamily="34" charset="0"/>
              </a:rPr>
              <a:t>    city: "Mathura",</a:t>
            </a:r>
          </a:p>
          <a:p>
            <a:r>
              <a:rPr lang="en-IN" b="1" dirty="0">
                <a:solidFill>
                  <a:srgbClr val="09090B"/>
                </a:solidFill>
                <a:latin typeface="Arial" panose="020B0604020202020204" pitchFamily="34" charset="0"/>
              </a:rPr>
              <a:t>    pin: 281003</a:t>
            </a:r>
          </a:p>
          <a:p>
            <a:r>
              <a:rPr lang="en-IN" b="1" dirty="0">
                <a:solidFill>
                  <a:srgbClr val="09090B"/>
                </a:solidFill>
                <a:latin typeface="Arial" panose="020B0604020202020204" pitchFamily="34" charset="0"/>
              </a:rPr>
              <a:t>  }</a:t>
            </a:r>
          </a:p>
          <a:p>
            <a:r>
              <a:rPr lang="en-IN" b="1" dirty="0">
                <a:solidFill>
                  <a:srgbClr val="09090B"/>
                </a:solidFill>
                <a:latin typeface="Arial" panose="020B0604020202020204" pitchFamily="34" charset="0"/>
              </a:rPr>
              <a:t>};</a:t>
            </a:r>
          </a:p>
          <a:p>
            <a:endParaRPr lang="en-IN" b="1" dirty="0">
              <a:solidFill>
                <a:srgbClr val="09090B"/>
              </a:solidFill>
              <a:latin typeface="Arial" panose="020B0604020202020204" pitchFamily="34" charset="0"/>
            </a:endParaRPr>
          </a:p>
          <a:p>
            <a:r>
              <a:rPr lang="en-IN" b="1" dirty="0">
                <a:solidFill>
                  <a:srgbClr val="09090B"/>
                </a:solidFill>
                <a:latin typeface="Arial" panose="020B0604020202020204" pitchFamily="34" charset="0"/>
              </a:rPr>
              <a:t>console.log(</a:t>
            </a:r>
            <a:r>
              <a:rPr lang="en-IN" b="1" dirty="0" err="1">
                <a:solidFill>
                  <a:srgbClr val="09090B"/>
                </a:solidFill>
                <a:latin typeface="Arial" panose="020B0604020202020204" pitchFamily="34" charset="0"/>
              </a:rPr>
              <a:t>user.address.city</a:t>
            </a:r>
            <a:r>
              <a:rPr lang="en-IN" b="1" dirty="0">
                <a:solidFill>
                  <a:srgbClr val="09090B"/>
                </a:solidFill>
                <a:latin typeface="Arial" panose="020B0604020202020204" pitchFamily="34" charset="0"/>
              </a:rPr>
              <a:t>); </a:t>
            </a:r>
            <a:endParaRPr lang="en-IN" b="1" i="0" dirty="0">
              <a:solidFill>
                <a:srgbClr val="09090B"/>
              </a:solidFill>
              <a:effectLst/>
              <a:latin typeface="Arial" panose="020B0604020202020204" pitchFamily="34" charset="0"/>
            </a:endParaRPr>
          </a:p>
        </p:txBody>
      </p:sp>
    </p:spTree>
    <p:extLst>
      <p:ext uri="{BB962C8B-B14F-4D97-AF65-F5344CB8AC3E}">
        <p14:creationId xmlns:p14="http://schemas.microsoft.com/office/powerpoint/2010/main" val="943213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554926B-2CE6-39BE-9A10-BD03BA50D8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934F53-0CB8-8830-1043-48A967FE2A37}"/>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5" name="TextBox 4">
            <a:extLst>
              <a:ext uri="{FF2B5EF4-FFF2-40B4-BE49-F238E27FC236}">
                <a16:creationId xmlns:a16="http://schemas.microsoft.com/office/drawing/2014/main" id="{9A9D9DAD-E5A7-51C8-5E18-AE7C4C1D9EF7}"/>
              </a:ext>
            </a:extLst>
          </p:cNvPr>
          <p:cNvSpPr txBox="1"/>
          <p:nvPr/>
        </p:nvSpPr>
        <p:spPr>
          <a:xfrm>
            <a:off x="1868129" y="316780"/>
            <a:ext cx="6096000" cy="800219"/>
          </a:xfrm>
          <a:prstGeom prst="rect">
            <a:avLst/>
          </a:prstGeom>
          <a:noFill/>
        </p:spPr>
        <p:txBody>
          <a:bodyPr wrap="square">
            <a:spAutoFit/>
          </a:bodyPr>
          <a:lstStyle/>
          <a:p>
            <a:r>
              <a:rPr lang="en-IN" sz="2800" b="1" dirty="0"/>
              <a:t>Objects and Functions</a:t>
            </a:r>
          </a:p>
          <a:p>
            <a:pPr algn="l">
              <a:buNone/>
            </a:pPr>
            <a:endParaRPr lang="en-IN" b="1" i="0" dirty="0">
              <a:solidFill>
                <a:srgbClr val="09090B"/>
              </a:solidFill>
              <a:effectLst/>
              <a:latin typeface="Arial" panose="020B0604020202020204" pitchFamily="34" charset="0"/>
            </a:endParaRPr>
          </a:p>
        </p:txBody>
      </p:sp>
      <p:sp>
        <p:nvSpPr>
          <p:cNvPr id="4" name="TextBox 3">
            <a:extLst>
              <a:ext uri="{FF2B5EF4-FFF2-40B4-BE49-F238E27FC236}">
                <a16:creationId xmlns:a16="http://schemas.microsoft.com/office/drawing/2014/main" id="{6F399F34-84FB-D9FF-FC99-7B03B20D56B6}"/>
              </a:ext>
            </a:extLst>
          </p:cNvPr>
          <p:cNvSpPr txBox="1"/>
          <p:nvPr/>
        </p:nvSpPr>
        <p:spPr>
          <a:xfrm>
            <a:off x="1042219" y="1220500"/>
            <a:ext cx="7167716" cy="3693319"/>
          </a:xfrm>
          <a:prstGeom prst="rect">
            <a:avLst/>
          </a:prstGeom>
          <a:noFill/>
        </p:spPr>
        <p:txBody>
          <a:bodyPr wrap="square">
            <a:spAutoFit/>
          </a:bodyPr>
          <a:lstStyle/>
          <a:p>
            <a:r>
              <a:rPr lang="en-US" b="0" i="0" dirty="0">
                <a:effectLst/>
                <a:latin typeface="Arial" panose="020B0604020202020204" pitchFamily="34" charset="0"/>
              </a:rPr>
              <a:t>Functions can be stored inside objects — these are called </a:t>
            </a:r>
            <a:r>
              <a:rPr lang="en-US" b="1" i="0" dirty="0">
                <a:solidFill>
                  <a:srgbClr val="111827"/>
                </a:solidFill>
                <a:effectLst/>
                <a:latin typeface="Arial" panose="020B0604020202020204" pitchFamily="34" charset="0"/>
              </a:rPr>
              <a:t>methods</a:t>
            </a:r>
          </a:p>
          <a:p>
            <a:endParaRPr lang="en-US" b="1" dirty="0">
              <a:solidFill>
                <a:srgbClr val="111827"/>
              </a:solidFill>
              <a:latin typeface="Arial" panose="020B0604020202020204" pitchFamily="34" charset="0"/>
            </a:endParaRPr>
          </a:p>
          <a:p>
            <a:r>
              <a:rPr lang="en-IN" dirty="0"/>
              <a:t>let calculator = {</a:t>
            </a:r>
          </a:p>
          <a:p>
            <a:r>
              <a:rPr lang="en-IN" dirty="0"/>
              <a:t>  add: function(a, b) {</a:t>
            </a:r>
          </a:p>
          <a:p>
            <a:r>
              <a:rPr lang="en-IN" dirty="0"/>
              <a:t>    return a + b;</a:t>
            </a:r>
          </a:p>
          <a:p>
            <a:r>
              <a:rPr lang="en-IN" dirty="0"/>
              <a:t>  },</a:t>
            </a:r>
          </a:p>
          <a:p>
            <a:r>
              <a:rPr lang="en-IN" dirty="0"/>
              <a:t>  subtract(a, b) {</a:t>
            </a:r>
          </a:p>
          <a:p>
            <a:r>
              <a:rPr lang="en-IN" dirty="0"/>
              <a:t>    return a - b; // shorthand syntax</a:t>
            </a:r>
          </a:p>
          <a:p>
            <a:r>
              <a:rPr lang="en-IN" dirty="0"/>
              <a:t>  }</a:t>
            </a:r>
          </a:p>
          <a:p>
            <a:r>
              <a:rPr lang="en-IN" dirty="0"/>
              <a:t>};</a:t>
            </a:r>
          </a:p>
          <a:p>
            <a:endParaRPr lang="en-IN" dirty="0"/>
          </a:p>
          <a:p>
            <a:r>
              <a:rPr lang="en-IN" dirty="0"/>
              <a:t>console.log(</a:t>
            </a:r>
            <a:r>
              <a:rPr lang="en-IN" dirty="0" err="1"/>
              <a:t>calculator.add</a:t>
            </a:r>
            <a:r>
              <a:rPr lang="en-IN" dirty="0"/>
              <a:t>(5, 3));      </a:t>
            </a:r>
          </a:p>
          <a:p>
            <a:r>
              <a:rPr lang="en-IN" dirty="0"/>
              <a:t>console.log(</a:t>
            </a:r>
            <a:r>
              <a:rPr lang="en-IN" dirty="0" err="1"/>
              <a:t>calculator.subtract</a:t>
            </a:r>
            <a:r>
              <a:rPr lang="en-IN" dirty="0"/>
              <a:t>(10, 4)); </a:t>
            </a:r>
          </a:p>
        </p:txBody>
      </p:sp>
    </p:spTree>
    <p:extLst>
      <p:ext uri="{BB962C8B-B14F-4D97-AF65-F5344CB8AC3E}">
        <p14:creationId xmlns:p14="http://schemas.microsoft.com/office/powerpoint/2010/main" val="620350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D6BC276-758F-611C-DC9D-A210466B06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15192B-01FD-888C-32C5-C910003B979D}"/>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5" name="TextBox 4">
            <a:extLst>
              <a:ext uri="{FF2B5EF4-FFF2-40B4-BE49-F238E27FC236}">
                <a16:creationId xmlns:a16="http://schemas.microsoft.com/office/drawing/2014/main" id="{E54209CA-1351-86DC-7091-6016EF0D0A60}"/>
              </a:ext>
            </a:extLst>
          </p:cNvPr>
          <p:cNvSpPr txBox="1"/>
          <p:nvPr/>
        </p:nvSpPr>
        <p:spPr>
          <a:xfrm>
            <a:off x="1868129" y="316780"/>
            <a:ext cx="6096000" cy="738664"/>
          </a:xfrm>
          <a:prstGeom prst="rect">
            <a:avLst/>
          </a:prstGeom>
          <a:noFill/>
        </p:spPr>
        <p:txBody>
          <a:bodyPr wrap="square">
            <a:spAutoFit/>
          </a:bodyPr>
          <a:lstStyle/>
          <a:p>
            <a:r>
              <a:rPr lang="en-IN" sz="2400" b="1" dirty="0"/>
              <a:t>Looping Through an Object</a:t>
            </a:r>
          </a:p>
          <a:p>
            <a:pPr algn="l">
              <a:buNone/>
            </a:pPr>
            <a:endParaRPr lang="en-IN" b="1" i="0" dirty="0">
              <a:solidFill>
                <a:srgbClr val="09090B"/>
              </a:solidFill>
              <a:effectLst/>
              <a:latin typeface="Arial" panose="020B0604020202020204" pitchFamily="34" charset="0"/>
            </a:endParaRPr>
          </a:p>
        </p:txBody>
      </p:sp>
      <p:sp>
        <p:nvSpPr>
          <p:cNvPr id="4" name="TextBox 3">
            <a:extLst>
              <a:ext uri="{FF2B5EF4-FFF2-40B4-BE49-F238E27FC236}">
                <a16:creationId xmlns:a16="http://schemas.microsoft.com/office/drawing/2014/main" id="{DFBB7A38-1C83-5B5B-50DB-D38DC66A06C8}"/>
              </a:ext>
            </a:extLst>
          </p:cNvPr>
          <p:cNvSpPr txBox="1"/>
          <p:nvPr/>
        </p:nvSpPr>
        <p:spPr>
          <a:xfrm>
            <a:off x="1042219" y="1220500"/>
            <a:ext cx="7167716" cy="2585323"/>
          </a:xfrm>
          <a:prstGeom prst="rect">
            <a:avLst/>
          </a:prstGeom>
          <a:noFill/>
        </p:spPr>
        <p:txBody>
          <a:bodyPr wrap="square">
            <a:spAutoFit/>
          </a:bodyPr>
          <a:lstStyle/>
          <a:p>
            <a:r>
              <a:rPr lang="en-US" dirty="0"/>
              <a:t>let car = {</a:t>
            </a:r>
          </a:p>
          <a:p>
            <a:r>
              <a:rPr lang="en-US" dirty="0"/>
              <a:t>  brand: "Tesla",</a:t>
            </a:r>
          </a:p>
          <a:p>
            <a:r>
              <a:rPr lang="en-US" dirty="0"/>
              <a:t>  model: "Model 3",</a:t>
            </a:r>
          </a:p>
          <a:p>
            <a:r>
              <a:rPr lang="en-US" dirty="0"/>
              <a:t>  year: 2023</a:t>
            </a:r>
          </a:p>
          <a:p>
            <a:r>
              <a:rPr lang="en-US" dirty="0"/>
              <a:t>};</a:t>
            </a:r>
          </a:p>
          <a:p>
            <a:endParaRPr lang="en-US" dirty="0"/>
          </a:p>
          <a:p>
            <a:r>
              <a:rPr lang="en-US" dirty="0"/>
              <a:t>for (let key in car) {</a:t>
            </a:r>
          </a:p>
          <a:p>
            <a:r>
              <a:rPr lang="en-US" dirty="0"/>
              <a:t>  console.log(key + ": " + car[key]);</a:t>
            </a:r>
          </a:p>
          <a:p>
            <a:r>
              <a:rPr lang="en-US" dirty="0"/>
              <a:t>}</a:t>
            </a:r>
            <a:endParaRPr lang="en-IN" dirty="0"/>
          </a:p>
        </p:txBody>
      </p:sp>
    </p:spTree>
    <p:extLst>
      <p:ext uri="{BB962C8B-B14F-4D97-AF65-F5344CB8AC3E}">
        <p14:creationId xmlns:p14="http://schemas.microsoft.com/office/powerpoint/2010/main" val="1527268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B9059BD-F151-CCF1-AB2B-9E0592F219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7C74E3-8200-36F6-7847-70321D14C776}"/>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graphicFrame>
        <p:nvGraphicFramePr>
          <p:cNvPr id="2" name="Table 1">
            <a:extLst>
              <a:ext uri="{FF2B5EF4-FFF2-40B4-BE49-F238E27FC236}">
                <a16:creationId xmlns:a16="http://schemas.microsoft.com/office/drawing/2014/main" id="{47196F90-6359-9CEC-B4FA-8AB6724013F0}"/>
              </a:ext>
            </a:extLst>
          </p:cNvPr>
          <p:cNvGraphicFramePr>
            <a:graphicFrameLocks noGrp="1"/>
          </p:cNvGraphicFramePr>
          <p:nvPr>
            <p:extLst>
              <p:ext uri="{D42A27DB-BD31-4B8C-83A1-F6EECF244321}">
                <p14:modId xmlns:p14="http://schemas.microsoft.com/office/powerpoint/2010/main" val="180681206"/>
              </p:ext>
            </p:extLst>
          </p:nvPr>
        </p:nvGraphicFramePr>
        <p:xfrm>
          <a:off x="1286353" y="1154363"/>
          <a:ext cx="9283324" cy="3604447"/>
        </p:xfrm>
        <a:graphic>
          <a:graphicData uri="http://schemas.openxmlformats.org/drawingml/2006/table">
            <a:tbl>
              <a:tblPr/>
              <a:tblGrid>
                <a:gridCol w="4641662">
                  <a:extLst>
                    <a:ext uri="{9D8B030D-6E8A-4147-A177-3AD203B41FA5}">
                      <a16:colId xmlns:a16="http://schemas.microsoft.com/office/drawing/2014/main" val="1115397445"/>
                    </a:ext>
                  </a:extLst>
                </a:gridCol>
                <a:gridCol w="4641662">
                  <a:extLst>
                    <a:ext uri="{9D8B030D-6E8A-4147-A177-3AD203B41FA5}">
                      <a16:colId xmlns:a16="http://schemas.microsoft.com/office/drawing/2014/main" val="3727612313"/>
                    </a:ext>
                  </a:extLst>
                </a:gridCol>
              </a:tblGrid>
              <a:tr h="533992">
                <a:tc>
                  <a:txBody>
                    <a:bodyPr/>
                    <a:lstStyle/>
                    <a:p>
                      <a:pPr algn="l" fontAlgn="b">
                        <a:buNone/>
                      </a:pPr>
                      <a:r>
                        <a:rPr lang="en-IN" b="1">
                          <a:solidFill>
                            <a:srgbClr val="09090B"/>
                          </a:solidFill>
                          <a:effectLst/>
                        </a:rPr>
                        <a:t>Method</a:t>
                      </a:r>
                    </a:p>
                  </a:txBody>
                  <a:tcPr anchor="b">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tc>
                  <a:txBody>
                    <a:bodyPr/>
                    <a:lstStyle/>
                    <a:p>
                      <a:pPr algn="l" fontAlgn="b">
                        <a:buNone/>
                      </a:pPr>
                      <a:r>
                        <a:rPr lang="en-IN" b="1">
                          <a:solidFill>
                            <a:srgbClr val="09090B"/>
                          </a:solidFill>
                          <a:effectLst/>
                        </a:rPr>
                        <a:t>Description</a:t>
                      </a:r>
                    </a:p>
                  </a:txBody>
                  <a:tcPr anchor="b">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extLst>
                  <a:ext uri="{0D108BD9-81ED-4DB2-BD59-A6C34878D82A}">
                    <a16:rowId xmlns:a16="http://schemas.microsoft.com/office/drawing/2014/main" val="4238527030"/>
                  </a:ext>
                </a:extLst>
              </a:tr>
              <a:tr h="533992">
                <a:tc>
                  <a:txBody>
                    <a:bodyPr/>
                    <a:lstStyle/>
                    <a:p>
                      <a:pPr algn="l" fontAlgn="base">
                        <a:buNone/>
                      </a:pPr>
                      <a:r>
                        <a:rPr lang="en-IN" b="0">
                          <a:solidFill>
                            <a:srgbClr val="09090B"/>
                          </a:solidFill>
                          <a:effectLst/>
                          <a:latin typeface="ui-monospace"/>
                        </a:rPr>
                        <a:t>Object.keys(obj)</a:t>
                      </a:r>
                      <a:endParaRPr lang="en-IN">
                        <a:effectLst/>
                      </a:endParaRP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tc>
                  <a:txBody>
                    <a:bodyPr/>
                    <a:lstStyle/>
                    <a:p>
                      <a:pPr algn="l" fontAlgn="base">
                        <a:buNone/>
                      </a:pPr>
                      <a:r>
                        <a:rPr lang="en-US">
                          <a:effectLst/>
                        </a:rPr>
                        <a:t>Returns an array of all keys in the object.</a:t>
                      </a: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extLst>
                  <a:ext uri="{0D108BD9-81ED-4DB2-BD59-A6C34878D82A}">
                    <a16:rowId xmlns:a16="http://schemas.microsoft.com/office/drawing/2014/main" val="3305095192"/>
                  </a:ext>
                </a:extLst>
              </a:tr>
              <a:tr h="533992">
                <a:tc>
                  <a:txBody>
                    <a:bodyPr/>
                    <a:lstStyle/>
                    <a:p>
                      <a:pPr algn="l" fontAlgn="base">
                        <a:buNone/>
                      </a:pPr>
                      <a:r>
                        <a:rPr lang="en-IN" b="0">
                          <a:solidFill>
                            <a:srgbClr val="09090B"/>
                          </a:solidFill>
                          <a:effectLst/>
                          <a:latin typeface="ui-monospace"/>
                        </a:rPr>
                        <a:t>Object.values(obj)</a:t>
                      </a:r>
                      <a:endParaRPr lang="en-IN">
                        <a:effectLst/>
                      </a:endParaRP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tc>
                  <a:txBody>
                    <a:bodyPr/>
                    <a:lstStyle/>
                    <a:p>
                      <a:pPr algn="l" fontAlgn="base">
                        <a:buNone/>
                      </a:pPr>
                      <a:r>
                        <a:rPr lang="en-US">
                          <a:effectLst/>
                        </a:rPr>
                        <a:t>Returns an array of all values in the object.</a:t>
                      </a: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extLst>
                  <a:ext uri="{0D108BD9-81ED-4DB2-BD59-A6C34878D82A}">
                    <a16:rowId xmlns:a16="http://schemas.microsoft.com/office/drawing/2014/main" val="2217415313"/>
                  </a:ext>
                </a:extLst>
              </a:tr>
              <a:tr h="533992">
                <a:tc>
                  <a:txBody>
                    <a:bodyPr/>
                    <a:lstStyle/>
                    <a:p>
                      <a:pPr algn="l" fontAlgn="base">
                        <a:buNone/>
                      </a:pPr>
                      <a:r>
                        <a:rPr lang="en-IN" b="0">
                          <a:solidFill>
                            <a:srgbClr val="09090B"/>
                          </a:solidFill>
                          <a:effectLst/>
                          <a:latin typeface="ui-monospace"/>
                        </a:rPr>
                        <a:t>Object.entries(obj)</a:t>
                      </a:r>
                      <a:endParaRPr lang="en-IN">
                        <a:effectLst/>
                      </a:endParaRP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tc>
                  <a:txBody>
                    <a:bodyPr/>
                    <a:lstStyle/>
                    <a:p>
                      <a:pPr algn="l" fontAlgn="base">
                        <a:buNone/>
                      </a:pPr>
                      <a:r>
                        <a:rPr lang="en-US">
                          <a:effectLst/>
                        </a:rPr>
                        <a:t>Returns an array of key–value pairs.</a:t>
                      </a: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extLst>
                  <a:ext uri="{0D108BD9-81ED-4DB2-BD59-A6C34878D82A}">
                    <a16:rowId xmlns:a16="http://schemas.microsoft.com/office/drawing/2014/main" val="2280536532"/>
                  </a:ext>
                </a:extLst>
              </a:tr>
              <a:tr h="934487">
                <a:tc>
                  <a:txBody>
                    <a:bodyPr/>
                    <a:lstStyle/>
                    <a:p>
                      <a:pPr algn="l" fontAlgn="base">
                        <a:buNone/>
                      </a:pPr>
                      <a:r>
                        <a:rPr lang="en-IN" b="0">
                          <a:solidFill>
                            <a:srgbClr val="09090B"/>
                          </a:solidFill>
                          <a:effectLst/>
                          <a:latin typeface="ui-monospace"/>
                        </a:rPr>
                        <a:t>Object.assign(target, source)</a:t>
                      </a:r>
                      <a:endParaRPr lang="en-IN">
                        <a:effectLst/>
                      </a:endParaRP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tc>
                  <a:txBody>
                    <a:bodyPr/>
                    <a:lstStyle/>
                    <a:p>
                      <a:pPr algn="l" fontAlgn="base">
                        <a:buNone/>
                      </a:pPr>
                      <a:r>
                        <a:rPr lang="en-US">
                          <a:effectLst/>
                        </a:rPr>
                        <a:t>Copies properties from one object to another.</a:t>
                      </a: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extLst>
                  <a:ext uri="{0D108BD9-81ED-4DB2-BD59-A6C34878D82A}">
                    <a16:rowId xmlns:a16="http://schemas.microsoft.com/office/drawing/2014/main" val="3251955625"/>
                  </a:ext>
                </a:extLst>
              </a:tr>
              <a:tr h="533992">
                <a:tc>
                  <a:txBody>
                    <a:bodyPr/>
                    <a:lstStyle/>
                    <a:p>
                      <a:pPr algn="l" fontAlgn="base">
                        <a:buNone/>
                      </a:pPr>
                      <a:r>
                        <a:rPr lang="en-IN" b="0">
                          <a:solidFill>
                            <a:srgbClr val="09090B"/>
                          </a:solidFill>
                          <a:effectLst/>
                          <a:latin typeface="ui-monospace"/>
                        </a:rPr>
                        <a:t>Object.freeze(obj)</a:t>
                      </a:r>
                      <a:endParaRPr lang="en-IN">
                        <a:effectLst/>
                      </a:endParaRP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tc>
                  <a:txBody>
                    <a:bodyPr/>
                    <a:lstStyle/>
                    <a:p>
                      <a:pPr algn="l" fontAlgn="base">
                        <a:buNone/>
                      </a:pPr>
                      <a:r>
                        <a:rPr lang="en-US" dirty="0">
                          <a:effectLst/>
                        </a:rPr>
                        <a:t>Prevents changes to the object.</a:t>
                      </a:r>
                    </a:p>
                  </a:txBody>
                  <a:tcPr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FFFFF"/>
                    </a:solidFill>
                  </a:tcPr>
                </a:tc>
                <a:extLst>
                  <a:ext uri="{0D108BD9-81ED-4DB2-BD59-A6C34878D82A}">
                    <a16:rowId xmlns:a16="http://schemas.microsoft.com/office/drawing/2014/main" val="3160245932"/>
                  </a:ext>
                </a:extLst>
              </a:tr>
            </a:tbl>
          </a:graphicData>
        </a:graphic>
      </p:graphicFrame>
    </p:spTree>
    <p:extLst>
      <p:ext uri="{BB962C8B-B14F-4D97-AF65-F5344CB8AC3E}">
        <p14:creationId xmlns:p14="http://schemas.microsoft.com/office/powerpoint/2010/main" val="566059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B2F4CB3-F0FC-C591-99B1-014A8DD2BD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A6790B-097F-B963-3229-91531D6920E3}"/>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5" name="TextBox 4">
            <a:extLst>
              <a:ext uri="{FF2B5EF4-FFF2-40B4-BE49-F238E27FC236}">
                <a16:creationId xmlns:a16="http://schemas.microsoft.com/office/drawing/2014/main" id="{72728B90-F000-F0FC-410E-04730C19279A}"/>
              </a:ext>
            </a:extLst>
          </p:cNvPr>
          <p:cNvSpPr txBox="1"/>
          <p:nvPr/>
        </p:nvSpPr>
        <p:spPr>
          <a:xfrm>
            <a:off x="1622323" y="1325262"/>
            <a:ext cx="6096000" cy="4893647"/>
          </a:xfrm>
          <a:prstGeom prst="rect">
            <a:avLst/>
          </a:prstGeom>
          <a:noFill/>
        </p:spPr>
        <p:txBody>
          <a:bodyPr wrap="square">
            <a:spAutoFit/>
          </a:bodyPr>
          <a:lstStyle/>
          <a:p>
            <a:pPr marL="342900" indent="-342900">
              <a:buFont typeface="Wingdings" panose="05000000000000000000" pitchFamily="2" charset="2"/>
              <a:buChar char="q"/>
            </a:pPr>
            <a:r>
              <a:rPr lang="en-IN" sz="2400" dirty="0"/>
              <a:t>let car = { brand: "Toyota", year: 2020 };</a:t>
            </a:r>
          </a:p>
          <a:p>
            <a:pPr marL="342900" indent="-342900">
              <a:buFont typeface="Wingdings" panose="05000000000000000000" pitchFamily="2" charset="2"/>
              <a:buChar char="q"/>
            </a:pPr>
            <a:endParaRPr lang="en-IN" sz="2400" dirty="0"/>
          </a:p>
          <a:p>
            <a:r>
              <a:rPr lang="en-IN" sz="2400" dirty="0"/>
              <a:t>console.log(</a:t>
            </a:r>
            <a:r>
              <a:rPr lang="en-IN" sz="2400" dirty="0" err="1"/>
              <a:t>Object.keys</a:t>
            </a:r>
            <a:r>
              <a:rPr lang="en-IN" sz="2400" dirty="0"/>
              <a:t>(car));   </a:t>
            </a:r>
          </a:p>
          <a:p>
            <a:r>
              <a:rPr lang="en-IN" sz="2400" dirty="0"/>
              <a:t>console.log(</a:t>
            </a:r>
            <a:r>
              <a:rPr lang="en-IN" sz="2400" dirty="0" err="1"/>
              <a:t>Object.values</a:t>
            </a:r>
            <a:r>
              <a:rPr lang="en-IN" sz="2400" dirty="0"/>
              <a:t>(car));  </a:t>
            </a:r>
          </a:p>
          <a:p>
            <a:r>
              <a:rPr lang="en-IN" sz="2400" dirty="0"/>
              <a:t>console.log(</a:t>
            </a:r>
            <a:r>
              <a:rPr lang="en-IN" sz="2400" dirty="0" err="1"/>
              <a:t>Object.entries</a:t>
            </a:r>
            <a:r>
              <a:rPr lang="en-IN" sz="2400" dirty="0"/>
              <a:t>(car)); </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endParaRPr lang="en-IN" dirty="0"/>
          </a:p>
          <a:p>
            <a:pPr marL="342900" indent="-342900">
              <a:buFont typeface="Wingdings" panose="05000000000000000000" pitchFamily="2" charset="2"/>
              <a:buChar char="q"/>
            </a:pPr>
            <a:r>
              <a:rPr lang="en-IN" sz="2400" dirty="0"/>
              <a:t>let users = [ { name: "Abhinav", age: 22 }, </a:t>
            </a:r>
          </a:p>
          <a:p>
            <a:r>
              <a:rPr lang="en-IN" sz="2400" dirty="0"/>
              <a:t>     { name: "Priya", age: 25 }, </a:t>
            </a:r>
          </a:p>
          <a:p>
            <a:r>
              <a:rPr lang="en-IN" sz="2400" dirty="0"/>
              <a:t>     { name: "Rahul", age: 28 }];</a:t>
            </a:r>
          </a:p>
          <a:p>
            <a:r>
              <a:rPr lang="en-IN" sz="2400" dirty="0"/>
              <a:t> </a:t>
            </a:r>
          </a:p>
          <a:p>
            <a:r>
              <a:rPr lang="en-IN" sz="2400" dirty="0"/>
              <a:t>     console.log(users[0].name);</a:t>
            </a:r>
          </a:p>
        </p:txBody>
      </p:sp>
    </p:spTree>
    <p:extLst>
      <p:ext uri="{BB962C8B-B14F-4D97-AF65-F5344CB8AC3E}">
        <p14:creationId xmlns:p14="http://schemas.microsoft.com/office/powerpoint/2010/main" val="292338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F927915-D49E-B4D5-D88F-DA19DF7855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E32CFA-4C31-147E-33C8-DB2BD76A8276}"/>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5" name="TextBox 4">
            <a:extLst>
              <a:ext uri="{FF2B5EF4-FFF2-40B4-BE49-F238E27FC236}">
                <a16:creationId xmlns:a16="http://schemas.microsoft.com/office/drawing/2014/main" id="{F01D31F8-8FB0-404B-AC36-14096DE5AD0E}"/>
              </a:ext>
            </a:extLst>
          </p:cNvPr>
          <p:cNvSpPr txBox="1"/>
          <p:nvPr/>
        </p:nvSpPr>
        <p:spPr>
          <a:xfrm>
            <a:off x="1268362" y="1325262"/>
            <a:ext cx="9566786" cy="4832092"/>
          </a:xfrm>
          <a:prstGeom prst="rect">
            <a:avLst/>
          </a:prstGeom>
          <a:noFill/>
        </p:spPr>
        <p:txBody>
          <a:bodyPr wrap="square">
            <a:spAutoFit/>
          </a:bodyPr>
          <a:lstStyle/>
          <a:p>
            <a:r>
              <a:rPr lang="en-US" dirty="0"/>
              <a:t>JavaScript's Date object allows you to work with dates and times in your scripts. It can be used to get the current date and time, or to manipulate and format dates and times in various ways.</a:t>
            </a:r>
          </a:p>
          <a:p>
            <a:endParaRPr lang="en-US" sz="2800" b="1" dirty="0"/>
          </a:p>
          <a:p>
            <a:r>
              <a:rPr lang="en-IN" sz="2400" b="1" dirty="0"/>
              <a:t>let </a:t>
            </a:r>
            <a:r>
              <a:rPr lang="en-IN" sz="2400" b="1" dirty="0" err="1"/>
              <a:t>currentDate</a:t>
            </a:r>
            <a:r>
              <a:rPr lang="en-IN" sz="2400" b="1" dirty="0"/>
              <a:t> = new Date();</a:t>
            </a:r>
          </a:p>
          <a:p>
            <a:r>
              <a:rPr lang="en-IN" sz="2400" b="1" dirty="0"/>
              <a:t>console.log(</a:t>
            </a:r>
            <a:r>
              <a:rPr lang="en-IN" sz="2400" b="1" dirty="0" err="1"/>
              <a:t>currentDate</a:t>
            </a:r>
            <a:r>
              <a:rPr lang="en-IN" sz="2400" b="1" dirty="0"/>
              <a:t>);</a:t>
            </a:r>
          </a:p>
          <a:p>
            <a:endParaRPr lang="en-IN" sz="2800" b="1" dirty="0"/>
          </a:p>
          <a:p>
            <a:r>
              <a:rPr lang="en-IN" sz="2400" b="1" dirty="0"/>
              <a:t>Modify the Date using:</a:t>
            </a:r>
          </a:p>
          <a:p>
            <a:endParaRPr lang="en-IN" sz="2400" b="1" dirty="0"/>
          </a:p>
          <a:p>
            <a:r>
              <a:rPr lang="en-US" sz="2400" b="1" dirty="0"/>
              <a:t>var date = new Date();</a:t>
            </a:r>
          </a:p>
          <a:p>
            <a:r>
              <a:rPr lang="en-US" sz="2400" b="1" dirty="0" err="1"/>
              <a:t>date.setDate</a:t>
            </a:r>
            <a:r>
              <a:rPr lang="en-US" sz="2400" b="1" dirty="0"/>
              <a:t>(15);</a:t>
            </a:r>
          </a:p>
          <a:p>
            <a:r>
              <a:rPr lang="en-US" sz="2400" b="1" dirty="0" err="1"/>
              <a:t>date.setFullYear</a:t>
            </a:r>
            <a:r>
              <a:rPr lang="en-US" sz="2400" b="1" dirty="0"/>
              <a:t>(2022);</a:t>
            </a:r>
          </a:p>
          <a:p>
            <a:r>
              <a:rPr lang="en-US" sz="2400" b="1" dirty="0"/>
              <a:t>console.log(date);</a:t>
            </a:r>
            <a:endParaRPr lang="en-IN" sz="2400" b="1" dirty="0"/>
          </a:p>
          <a:p>
            <a:endParaRPr lang="en-IN" sz="2400" dirty="0"/>
          </a:p>
        </p:txBody>
      </p:sp>
      <p:sp>
        <p:nvSpPr>
          <p:cNvPr id="4" name="TextBox 3">
            <a:extLst>
              <a:ext uri="{FF2B5EF4-FFF2-40B4-BE49-F238E27FC236}">
                <a16:creationId xmlns:a16="http://schemas.microsoft.com/office/drawing/2014/main" id="{7732149E-FEA3-B16F-58AE-74F6625871BF}"/>
              </a:ext>
            </a:extLst>
          </p:cNvPr>
          <p:cNvSpPr txBox="1"/>
          <p:nvPr/>
        </p:nvSpPr>
        <p:spPr>
          <a:xfrm>
            <a:off x="1769806" y="331314"/>
            <a:ext cx="6096000" cy="461665"/>
          </a:xfrm>
          <a:prstGeom prst="rect">
            <a:avLst/>
          </a:prstGeom>
          <a:noFill/>
        </p:spPr>
        <p:txBody>
          <a:bodyPr wrap="square">
            <a:spAutoFit/>
          </a:bodyPr>
          <a:lstStyle/>
          <a:p>
            <a:r>
              <a:rPr lang="en-IN" sz="2400" b="1" dirty="0"/>
              <a:t>JavaScript Date</a:t>
            </a:r>
          </a:p>
        </p:txBody>
      </p:sp>
    </p:spTree>
    <p:extLst>
      <p:ext uri="{BB962C8B-B14F-4D97-AF65-F5344CB8AC3E}">
        <p14:creationId xmlns:p14="http://schemas.microsoft.com/office/powerpoint/2010/main" val="3918685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A7EE02F-4F81-CCB8-3C2F-F5503A69C6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467942-C052-AEE5-4A1A-3F533ED58297}"/>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4" name="TextBox 3">
            <a:extLst>
              <a:ext uri="{FF2B5EF4-FFF2-40B4-BE49-F238E27FC236}">
                <a16:creationId xmlns:a16="http://schemas.microsoft.com/office/drawing/2014/main" id="{868FF73B-FB0E-006F-FFA7-DE6AFFBB3208}"/>
              </a:ext>
            </a:extLst>
          </p:cNvPr>
          <p:cNvSpPr txBox="1"/>
          <p:nvPr/>
        </p:nvSpPr>
        <p:spPr>
          <a:xfrm>
            <a:off x="1858297" y="277450"/>
            <a:ext cx="6096000" cy="461665"/>
          </a:xfrm>
          <a:prstGeom prst="rect">
            <a:avLst/>
          </a:prstGeom>
          <a:noFill/>
        </p:spPr>
        <p:txBody>
          <a:bodyPr wrap="square">
            <a:spAutoFit/>
          </a:bodyPr>
          <a:lstStyle/>
          <a:p>
            <a:pPr algn="l">
              <a:buNone/>
            </a:pPr>
            <a:r>
              <a:rPr lang="en-IN" sz="2400" b="1" i="0" dirty="0">
                <a:solidFill>
                  <a:srgbClr val="09090B"/>
                </a:solidFill>
                <a:effectLst/>
                <a:latin typeface="Arial" panose="020B0604020202020204" pitchFamily="34" charset="0"/>
              </a:rPr>
              <a:t>JavaScript Math</a:t>
            </a:r>
          </a:p>
        </p:txBody>
      </p:sp>
      <p:sp>
        <p:nvSpPr>
          <p:cNvPr id="7" name="TextBox 6">
            <a:extLst>
              <a:ext uri="{FF2B5EF4-FFF2-40B4-BE49-F238E27FC236}">
                <a16:creationId xmlns:a16="http://schemas.microsoft.com/office/drawing/2014/main" id="{DB8D4967-86D7-77E3-2F18-A8E809502C27}"/>
              </a:ext>
            </a:extLst>
          </p:cNvPr>
          <p:cNvSpPr txBox="1"/>
          <p:nvPr/>
        </p:nvSpPr>
        <p:spPr>
          <a:xfrm>
            <a:off x="2369574" y="1368830"/>
            <a:ext cx="6096000" cy="4216539"/>
          </a:xfrm>
          <a:prstGeom prst="rect">
            <a:avLst/>
          </a:prstGeom>
          <a:noFill/>
        </p:spPr>
        <p:txBody>
          <a:bodyPr wrap="square">
            <a:spAutoFit/>
          </a:bodyPr>
          <a:lstStyle/>
          <a:p>
            <a:r>
              <a:rPr lang="en-IN" sz="2800" b="0" i="0" dirty="0">
                <a:effectLst/>
                <a:latin typeface="geistMono"/>
              </a:rPr>
              <a:t>For generation random number:</a:t>
            </a:r>
          </a:p>
          <a:p>
            <a:endParaRPr lang="en-IN" sz="2800" b="0" i="0" dirty="0">
              <a:effectLst/>
              <a:latin typeface="geistMono"/>
            </a:endParaRPr>
          </a:p>
          <a:p>
            <a:r>
              <a:rPr lang="en-IN" sz="2800" b="0" i="0" dirty="0">
                <a:effectLst/>
                <a:latin typeface="geistMono"/>
              </a:rPr>
              <a:t>console.log(</a:t>
            </a:r>
            <a:r>
              <a:rPr lang="en-IN" sz="2800" b="0" i="0" dirty="0" err="1">
                <a:effectLst/>
                <a:latin typeface="geistMono"/>
              </a:rPr>
              <a:t>Math.random</a:t>
            </a:r>
            <a:r>
              <a:rPr lang="en-IN" sz="2800" b="0" i="0" dirty="0">
                <a:effectLst/>
                <a:latin typeface="geistMono"/>
              </a:rPr>
              <a:t>());</a:t>
            </a:r>
          </a:p>
          <a:p>
            <a:endParaRPr lang="en-IN" sz="2800" dirty="0">
              <a:latin typeface="geistMono"/>
            </a:endParaRPr>
          </a:p>
          <a:p>
            <a:endParaRPr lang="en-IN" sz="2800" dirty="0">
              <a:latin typeface="geistMono"/>
            </a:endParaRPr>
          </a:p>
          <a:p>
            <a:r>
              <a:rPr lang="en-IN" sz="2800" dirty="0">
                <a:latin typeface="geistMono"/>
              </a:rPr>
              <a:t>To round a number to a nearest integer:</a:t>
            </a:r>
          </a:p>
          <a:p>
            <a:endParaRPr lang="en-IN" sz="2800" dirty="0">
              <a:latin typeface="geistMono"/>
            </a:endParaRPr>
          </a:p>
          <a:p>
            <a:r>
              <a:rPr lang="en-US" sz="2400" dirty="0"/>
              <a:t>console.log(</a:t>
            </a:r>
            <a:r>
              <a:rPr lang="en-US" sz="2400" dirty="0" err="1"/>
              <a:t>Math.floor</a:t>
            </a:r>
            <a:r>
              <a:rPr lang="en-US" sz="2400" dirty="0"/>
              <a:t>(3.8));  // 3</a:t>
            </a:r>
          </a:p>
          <a:p>
            <a:r>
              <a:rPr lang="en-IN" sz="2400" dirty="0"/>
              <a:t>console.log(</a:t>
            </a:r>
            <a:r>
              <a:rPr lang="en-IN" sz="2400" dirty="0" err="1"/>
              <a:t>Math.ceil</a:t>
            </a:r>
            <a:r>
              <a:rPr lang="en-IN" sz="2400" dirty="0"/>
              <a:t>(3.2)); // 4</a:t>
            </a:r>
          </a:p>
          <a:p>
            <a:endParaRPr lang="en-IN" sz="2400" dirty="0"/>
          </a:p>
        </p:txBody>
      </p:sp>
    </p:spTree>
    <p:extLst>
      <p:ext uri="{BB962C8B-B14F-4D97-AF65-F5344CB8AC3E}">
        <p14:creationId xmlns:p14="http://schemas.microsoft.com/office/powerpoint/2010/main" val="798187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4A41217-4551-73AC-49D9-B01B32483F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1A9212-4BAA-EA7E-C8A1-092A2ED512CF}"/>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4" name="TextBox 3">
            <a:extLst>
              <a:ext uri="{FF2B5EF4-FFF2-40B4-BE49-F238E27FC236}">
                <a16:creationId xmlns:a16="http://schemas.microsoft.com/office/drawing/2014/main" id="{0B6E8BA0-C28A-EDD3-74D8-17B76D348DFD}"/>
              </a:ext>
            </a:extLst>
          </p:cNvPr>
          <p:cNvSpPr txBox="1"/>
          <p:nvPr/>
        </p:nvSpPr>
        <p:spPr>
          <a:xfrm>
            <a:off x="1858297" y="277450"/>
            <a:ext cx="6096000" cy="461665"/>
          </a:xfrm>
          <a:prstGeom prst="rect">
            <a:avLst/>
          </a:prstGeom>
          <a:noFill/>
        </p:spPr>
        <p:txBody>
          <a:bodyPr wrap="square">
            <a:spAutoFit/>
          </a:bodyPr>
          <a:lstStyle/>
          <a:p>
            <a:pPr algn="l">
              <a:buNone/>
            </a:pPr>
            <a:r>
              <a:rPr lang="en-IN" sz="2400" b="1" i="0" dirty="0">
                <a:solidFill>
                  <a:srgbClr val="09090B"/>
                </a:solidFill>
                <a:effectLst/>
                <a:latin typeface="Arial" panose="020B0604020202020204" pitchFamily="34" charset="0"/>
              </a:rPr>
              <a:t>JavaScript Math</a:t>
            </a:r>
          </a:p>
        </p:txBody>
      </p:sp>
      <p:sp>
        <p:nvSpPr>
          <p:cNvPr id="7" name="TextBox 6">
            <a:extLst>
              <a:ext uri="{FF2B5EF4-FFF2-40B4-BE49-F238E27FC236}">
                <a16:creationId xmlns:a16="http://schemas.microsoft.com/office/drawing/2014/main" id="{27609E81-58B3-E17E-9993-710E0926B872}"/>
              </a:ext>
            </a:extLst>
          </p:cNvPr>
          <p:cNvSpPr txBox="1"/>
          <p:nvPr/>
        </p:nvSpPr>
        <p:spPr>
          <a:xfrm>
            <a:off x="393291" y="1368830"/>
            <a:ext cx="11592232" cy="5262979"/>
          </a:xfrm>
          <a:prstGeom prst="rect">
            <a:avLst/>
          </a:prstGeom>
          <a:noFill/>
        </p:spPr>
        <p:txBody>
          <a:bodyPr wrap="square">
            <a:spAutoFit/>
          </a:bodyPr>
          <a:lstStyle/>
          <a:p>
            <a:r>
              <a:rPr lang="en-US" sz="2400" b="1" dirty="0"/>
              <a:t>Another useful function of Math object is </a:t>
            </a:r>
            <a:r>
              <a:rPr lang="en-US" sz="2400" b="1" dirty="0" err="1"/>
              <a:t>Math.max</a:t>
            </a:r>
            <a:r>
              <a:rPr lang="en-US" sz="2400" b="1" dirty="0"/>
              <a:t>() and </a:t>
            </a:r>
            <a:r>
              <a:rPr lang="en-US" sz="2400" b="1" dirty="0" err="1"/>
              <a:t>Math.min</a:t>
            </a:r>
            <a:r>
              <a:rPr lang="en-US" sz="2400" b="1" dirty="0"/>
              <a:t>() which are used to find the maximum and minimum values in a set of numbers, respectively.</a:t>
            </a:r>
          </a:p>
          <a:p>
            <a:r>
              <a:rPr lang="en-IN" sz="2400" dirty="0"/>
              <a:t>console.log(</a:t>
            </a:r>
            <a:r>
              <a:rPr lang="en-IN" sz="2400" dirty="0" err="1"/>
              <a:t>Math.max</a:t>
            </a:r>
            <a:r>
              <a:rPr lang="en-IN" sz="2400" dirty="0"/>
              <a:t>(3,5,7,9));</a:t>
            </a:r>
          </a:p>
          <a:p>
            <a:r>
              <a:rPr lang="en-IN" sz="2400" dirty="0"/>
              <a:t>Output: 9</a:t>
            </a:r>
          </a:p>
          <a:p>
            <a:r>
              <a:rPr lang="en-IN" sz="2400" dirty="0"/>
              <a:t>console.log(</a:t>
            </a:r>
            <a:r>
              <a:rPr lang="en-IN" sz="2400" dirty="0" err="1"/>
              <a:t>Math.min</a:t>
            </a:r>
            <a:r>
              <a:rPr lang="en-IN" sz="2400" dirty="0"/>
              <a:t>(3,5,7,9));</a:t>
            </a:r>
          </a:p>
          <a:p>
            <a:r>
              <a:rPr lang="en-IN" sz="2400" dirty="0"/>
              <a:t>Output: 3</a:t>
            </a:r>
          </a:p>
          <a:p>
            <a:endParaRPr lang="en-IN" sz="2400" dirty="0"/>
          </a:p>
          <a:p>
            <a:r>
              <a:rPr lang="en-IN" sz="2400" b="1" dirty="0"/>
              <a:t>To find pi value and mathematical constant e value.</a:t>
            </a:r>
          </a:p>
          <a:p>
            <a:r>
              <a:rPr lang="en-IN" sz="2400" dirty="0"/>
              <a:t>console.log(</a:t>
            </a:r>
            <a:r>
              <a:rPr lang="en-IN" sz="2400" dirty="0" err="1"/>
              <a:t>Math.PI</a:t>
            </a:r>
            <a:r>
              <a:rPr lang="en-IN" sz="2400" dirty="0"/>
              <a:t>);</a:t>
            </a:r>
          </a:p>
          <a:p>
            <a:r>
              <a:rPr lang="en-IN" sz="2400" dirty="0"/>
              <a:t>Output: 3.141592653589793</a:t>
            </a:r>
          </a:p>
          <a:p>
            <a:r>
              <a:rPr lang="en-IN" sz="2400" b="1" dirty="0"/>
              <a:t>console.log((3.1415926535897932384626433832795).</a:t>
            </a:r>
            <a:r>
              <a:rPr lang="en-IN" sz="2400" b="1" dirty="0" err="1"/>
              <a:t>toFixed</a:t>
            </a:r>
            <a:r>
              <a:rPr lang="en-IN" sz="2400" b="1" dirty="0"/>
              <a:t>(2));</a:t>
            </a:r>
          </a:p>
          <a:p>
            <a:r>
              <a:rPr lang="en-IN" sz="2400" dirty="0"/>
              <a:t>console.log(</a:t>
            </a:r>
            <a:r>
              <a:rPr lang="en-IN" sz="2400" dirty="0" err="1"/>
              <a:t>Math.E</a:t>
            </a:r>
            <a:r>
              <a:rPr lang="en-IN" sz="2400" dirty="0"/>
              <a:t>);</a:t>
            </a:r>
          </a:p>
          <a:p>
            <a:r>
              <a:rPr lang="en-IN" sz="2400" dirty="0"/>
              <a:t>Output: 2.718281828459045</a:t>
            </a:r>
          </a:p>
          <a:p>
            <a:endParaRPr lang="en-IN" sz="2400" dirty="0"/>
          </a:p>
        </p:txBody>
      </p:sp>
    </p:spTree>
    <p:extLst>
      <p:ext uri="{BB962C8B-B14F-4D97-AF65-F5344CB8AC3E}">
        <p14:creationId xmlns:p14="http://schemas.microsoft.com/office/powerpoint/2010/main" val="2795659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678BA4E-59F1-758F-BE4C-AB261D0B71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9C78EB-1152-B8F0-AD97-80582CE20DDB}"/>
              </a:ext>
            </a:extLst>
          </p:cNvPr>
          <p:cNvSpPr txBox="1"/>
          <p:nvPr/>
        </p:nvSpPr>
        <p:spPr>
          <a:xfrm>
            <a:off x="1622323" y="4130000"/>
            <a:ext cx="6096000" cy="923330"/>
          </a:xfrm>
          <a:prstGeom prst="rect">
            <a:avLst/>
          </a:prstGeom>
          <a:noFill/>
        </p:spPr>
        <p:txBody>
          <a:bodyPr wrap="square">
            <a:spAutoFit/>
          </a:bodyPr>
          <a:lstStyle/>
          <a:p>
            <a:endParaRPr lang="en-IN" dirty="0"/>
          </a:p>
          <a:p>
            <a:endParaRPr lang="en-IN" dirty="0"/>
          </a:p>
          <a:p>
            <a:endParaRPr lang="en-IN" dirty="0"/>
          </a:p>
        </p:txBody>
      </p:sp>
      <p:sp>
        <p:nvSpPr>
          <p:cNvPr id="4" name="TextBox 3">
            <a:extLst>
              <a:ext uri="{FF2B5EF4-FFF2-40B4-BE49-F238E27FC236}">
                <a16:creationId xmlns:a16="http://schemas.microsoft.com/office/drawing/2014/main" id="{B04B4FB7-9BA2-3DF6-2969-32C3957F8F5E}"/>
              </a:ext>
            </a:extLst>
          </p:cNvPr>
          <p:cNvSpPr txBox="1"/>
          <p:nvPr/>
        </p:nvSpPr>
        <p:spPr>
          <a:xfrm>
            <a:off x="1858297" y="277450"/>
            <a:ext cx="6096000" cy="523220"/>
          </a:xfrm>
          <a:prstGeom prst="rect">
            <a:avLst/>
          </a:prstGeom>
          <a:noFill/>
        </p:spPr>
        <p:txBody>
          <a:bodyPr wrap="square">
            <a:spAutoFit/>
          </a:bodyPr>
          <a:lstStyle/>
          <a:p>
            <a:r>
              <a:rPr lang="en-IN" sz="2800" b="1" dirty="0" err="1"/>
              <a:t>Destructuring</a:t>
            </a:r>
            <a:r>
              <a:rPr lang="en-IN" sz="2800" b="1" dirty="0"/>
              <a:t>: Arrays &amp; Objects</a:t>
            </a:r>
          </a:p>
        </p:txBody>
      </p:sp>
      <p:sp>
        <p:nvSpPr>
          <p:cNvPr id="5" name="TextBox 4">
            <a:extLst>
              <a:ext uri="{FF2B5EF4-FFF2-40B4-BE49-F238E27FC236}">
                <a16:creationId xmlns:a16="http://schemas.microsoft.com/office/drawing/2014/main" id="{3EAB1FAD-38E3-FB3C-D225-45196FF2E5B3}"/>
              </a:ext>
            </a:extLst>
          </p:cNvPr>
          <p:cNvSpPr txBox="1"/>
          <p:nvPr/>
        </p:nvSpPr>
        <p:spPr>
          <a:xfrm>
            <a:off x="1002890" y="1265005"/>
            <a:ext cx="10196052" cy="646331"/>
          </a:xfrm>
          <a:prstGeom prst="rect">
            <a:avLst/>
          </a:prstGeom>
          <a:noFill/>
        </p:spPr>
        <p:txBody>
          <a:bodyPr wrap="square">
            <a:spAutoFit/>
          </a:bodyPr>
          <a:lstStyle/>
          <a:p>
            <a:r>
              <a:rPr lang="en-US" b="0" i="0" dirty="0" err="1">
                <a:effectLst/>
                <a:latin typeface="Arial" panose="020B0604020202020204" pitchFamily="34" charset="0"/>
              </a:rPr>
              <a:t>Destructuring</a:t>
            </a:r>
            <a:r>
              <a:rPr lang="en-US" b="0" i="0" dirty="0">
                <a:effectLst/>
                <a:latin typeface="Arial" panose="020B0604020202020204" pitchFamily="34" charset="0"/>
              </a:rPr>
              <a:t> in JavaScript is a </a:t>
            </a:r>
            <a:r>
              <a:rPr lang="en-US" b="1" i="0" dirty="0">
                <a:effectLst/>
                <a:latin typeface="Arial" panose="020B0604020202020204" pitchFamily="34" charset="0"/>
              </a:rPr>
              <a:t>short and elegant way</a:t>
            </a:r>
            <a:r>
              <a:rPr lang="en-US" b="0" i="0" dirty="0">
                <a:effectLst/>
                <a:latin typeface="Arial" panose="020B0604020202020204" pitchFamily="34" charset="0"/>
              </a:rPr>
              <a:t> to extract values from arrays and objects into individual variables. It helps make your code cleaner, easier to read, and reduces repetition.</a:t>
            </a:r>
            <a:endParaRPr lang="en-IN" dirty="0"/>
          </a:p>
        </p:txBody>
      </p:sp>
      <p:sp>
        <p:nvSpPr>
          <p:cNvPr id="8" name="TextBox 7">
            <a:extLst>
              <a:ext uri="{FF2B5EF4-FFF2-40B4-BE49-F238E27FC236}">
                <a16:creationId xmlns:a16="http://schemas.microsoft.com/office/drawing/2014/main" id="{FDC01DEE-8E20-A0DB-2681-EC6170F227A2}"/>
              </a:ext>
            </a:extLst>
          </p:cNvPr>
          <p:cNvSpPr txBox="1"/>
          <p:nvPr/>
        </p:nvSpPr>
        <p:spPr>
          <a:xfrm>
            <a:off x="1081548" y="2274838"/>
            <a:ext cx="3962400" cy="2308324"/>
          </a:xfrm>
          <a:prstGeom prst="rect">
            <a:avLst/>
          </a:prstGeom>
          <a:noFill/>
        </p:spPr>
        <p:txBody>
          <a:bodyPr wrap="square">
            <a:spAutoFit/>
          </a:bodyPr>
          <a:lstStyle/>
          <a:p>
            <a:r>
              <a:rPr lang="en-IN" b="1" dirty="0"/>
              <a:t>Before ES6</a:t>
            </a:r>
          </a:p>
          <a:p>
            <a:endParaRPr lang="en-IN" dirty="0"/>
          </a:p>
          <a:p>
            <a:r>
              <a:rPr lang="en-IN" dirty="0"/>
              <a:t>let numbers = [10, 20, 30];</a:t>
            </a:r>
          </a:p>
          <a:p>
            <a:r>
              <a:rPr lang="en-IN" dirty="0"/>
              <a:t>let a = numbers[0];</a:t>
            </a:r>
          </a:p>
          <a:p>
            <a:r>
              <a:rPr lang="en-IN" dirty="0"/>
              <a:t>let b = numbers[1];</a:t>
            </a:r>
          </a:p>
          <a:p>
            <a:r>
              <a:rPr lang="en-IN" dirty="0"/>
              <a:t>let c = numbers[2];</a:t>
            </a:r>
          </a:p>
          <a:p>
            <a:endParaRPr lang="en-IN" dirty="0"/>
          </a:p>
          <a:p>
            <a:r>
              <a:rPr lang="en-IN" dirty="0"/>
              <a:t>console.log(a, b, c); // Output: 10 20 30</a:t>
            </a:r>
          </a:p>
        </p:txBody>
      </p:sp>
      <p:sp>
        <p:nvSpPr>
          <p:cNvPr id="10" name="TextBox 9">
            <a:extLst>
              <a:ext uri="{FF2B5EF4-FFF2-40B4-BE49-F238E27FC236}">
                <a16:creationId xmlns:a16="http://schemas.microsoft.com/office/drawing/2014/main" id="{4B64FDCD-A72A-EBA5-EF1E-4270F97F0017}"/>
              </a:ext>
            </a:extLst>
          </p:cNvPr>
          <p:cNvSpPr txBox="1"/>
          <p:nvPr/>
        </p:nvSpPr>
        <p:spPr>
          <a:xfrm>
            <a:off x="5850193" y="2274838"/>
            <a:ext cx="6096000" cy="1477328"/>
          </a:xfrm>
          <a:prstGeom prst="rect">
            <a:avLst/>
          </a:prstGeom>
          <a:noFill/>
        </p:spPr>
        <p:txBody>
          <a:bodyPr wrap="square">
            <a:spAutoFit/>
          </a:bodyPr>
          <a:lstStyle/>
          <a:p>
            <a:r>
              <a:rPr lang="en-IN" b="1" dirty="0"/>
              <a:t>After ES6</a:t>
            </a:r>
          </a:p>
          <a:p>
            <a:r>
              <a:rPr lang="en-IN" dirty="0"/>
              <a:t>In same line:</a:t>
            </a:r>
          </a:p>
          <a:p>
            <a:endParaRPr lang="en-IN" dirty="0"/>
          </a:p>
          <a:p>
            <a:r>
              <a:rPr lang="en-IN" dirty="0"/>
              <a:t>let [a, b, c] = [10, 20, 30];</a:t>
            </a:r>
          </a:p>
          <a:p>
            <a:r>
              <a:rPr lang="en-IN" dirty="0"/>
              <a:t>console.log(a, b, c); // Output: 10 20 30</a:t>
            </a:r>
          </a:p>
        </p:txBody>
      </p:sp>
    </p:spTree>
    <p:extLst>
      <p:ext uri="{BB962C8B-B14F-4D97-AF65-F5344CB8AC3E}">
        <p14:creationId xmlns:p14="http://schemas.microsoft.com/office/powerpoint/2010/main" val="3682695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E5B4719-6E1C-0FB1-D947-475AE4262DE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FD10EC-254B-1CD2-E1A8-35C297AB4C28}"/>
              </a:ext>
            </a:extLst>
          </p:cNvPr>
          <p:cNvSpPr txBox="1"/>
          <p:nvPr/>
        </p:nvSpPr>
        <p:spPr>
          <a:xfrm>
            <a:off x="1622323" y="4130000"/>
            <a:ext cx="6096000" cy="923330"/>
          </a:xfrm>
          <a:prstGeom prst="rect">
            <a:avLst/>
          </a:prstGeom>
          <a:noFill/>
        </p:spPr>
        <p:txBody>
          <a:bodyPr wrap="square">
            <a:spAutoFit/>
          </a:bodyPr>
          <a:lstStyle/>
          <a:p>
            <a:endParaRPr lang="en-IN"/>
          </a:p>
          <a:p>
            <a:endParaRPr lang="en-IN"/>
          </a:p>
          <a:p>
            <a:endParaRPr lang="en-IN" dirty="0"/>
          </a:p>
        </p:txBody>
      </p:sp>
      <p:sp>
        <p:nvSpPr>
          <p:cNvPr id="4" name="TextBox 3">
            <a:extLst>
              <a:ext uri="{FF2B5EF4-FFF2-40B4-BE49-F238E27FC236}">
                <a16:creationId xmlns:a16="http://schemas.microsoft.com/office/drawing/2014/main" id="{1F0796C9-D4D2-297F-CA6D-690541F0571F}"/>
              </a:ext>
            </a:extLst>
          </p:cNvPr>
          <p:cNvSpPr txBox="1"/>
          <p:nvPr/>
        </p:nvSpPr>
        <p:spPr>
          <a:xfrm>
            <a:off x="1858297" y="277450"/>
            <a:ext cx="6096000" cy="523220"/>
          </a:xfrm>
          <a:prstGeom prst="rect">
            <a:avLst/>
          </a:prstGeom>
          <a:noFill/>
        </p:spPr>
        <p:txBody>
          <a:bodyPr wrap="square">
            <a:spAutoFit/>
          </a:bodyPr>
          <a:lstStyle/>
          <a:p>
            <a:r>
              <a:rPr lang="en-IN" sz="2800" b="1" dirty="0" err="1"/>
              <a:t>Destructuring</a:t>
            </a:r>
            <a:r>
              <a:rPr lang="en-IN" sz="2800" b="1" dirty="0"/>
              <a:t>: Arrays &amp; Objects</a:t>
            </a:r>
          </a:p>
        </p:txBody>
      </p:sp>
      <p:sp>
        <p:nvSpPr>
          <p:cNvPr id="6" name="TextBox 5">
            <a:extLst>
              <a:ext uri="{FF2B5EF4-FFF2-40B4-BE49-F238E27FC236}">
                <a16:creationId xmlns:a16="http://schemas.microsoft.com/office/drawing/2014/main" id="{B57DEF17-6F11-A92C-47A4-13724059BB24}"/>
              </a:ext>
            </a:extLst>
          </p:cNvPr>
          <p:cNvSpPr txBox="1"/>
          <p:nvPr/>
        </p:nvSpPr>
        <p:spPr>
          <a:xfrm>
            <a:off x="1376515" y="1433418"/>
            <a:ext cx="5230761" cy="2585323"/>
          </a:xfrm>
          <a:prstGeom prst="rect">
            <a:avLst/>
          </a:prstGeom>
          <a:noFill/>
        </p:spPr>
        <p:txBody>
          <a:bodyPr wrap="square">
            <a:spAutoFit/>
          </a:bodyPr>
          <a:lstStyle/>
          <a:p>
            <a:r>
              <a:rPr lang="en-US" b="1" dirty="0"/>
              <a:t>Array </a:t>
            </a:r>
            <a:r>
              <a:rPr lang="en-US" b="1" dirty="0" err="1"/>
              <a:t>destructuring</a:t>
            </a:r>
            <a:r>
              <a:rPr lang="en-US" b="1" dirty="0"/>
              <a:t> lets you unpack values from arrays into variables easily.</a:t>
            </a:r>
            <a:endParaRPr lang="en-IN" b="1" dirty="0"/>
          </a:p>
          <a:p>
            <a:endParaRPr lang="en-IN" dirty="0"/>
          </a:p>
          <a:p>
            <a:r>
              <a:rPr lang="en-IN" dirty="0" err="1"/>
              <a:t>const</a:t>
            </a:r>
            <a:r>
              <a:rPr lang="en-IN" dirty="0"/>
              <a:t> </a:t>
            </a:r>
            <a:r>
              <a:rPr lang="en-IN" dirty="0" err="1"/>
              <a:t>colors</a:t>
            </a:r>
            <a:r>
              <a:rPr lang="en-IN" dirty="0"/>
              <a:t> = ["red", "green", "blue"];</a:t>
            </a:r>
          </a:p>
          <a:p>
            <a:r>
              <a:rPr lang="en-IN" dirty="0" err="1"/>
              <a:t>const</a:t>
            </a:r>
            <a:r>
              <a:rPr lang="en-IN" dirty="0"/>
              <a:t> [first, second, third] = </a:t>
            </a:r>
            <a:r>
              <a:rPr lang="en-IN" dirty="0" err="1"/>
              <a:t>colors</a:t>
            </a:r>
            <a:r>
              <a:rPr lang="en-IN" dirty="0"/>
              <a:t>;</a:t>
            </a:r>
          </a:p>
          <a:p>
            <a:endParaRPr lang="en-IN" dirty="0"/>
          </a:p>
          <a:p>
            <a:r>
              <a:rPr lang="en-IN" dirty="0"/>
              <a:t>console.log(first);  // "red"</a:t>
            </a:r>
          </a:p>
          <a:p>
            <a:r>
              <a:rPr lang="en-IN" dirty="0"/>
              <a:t>console.log(second); // "green"</a:t>
            </a:r>
          </a:p>
          <a:p>
            <a:r>
              <a:rPr lang="en-IN" dirty="0"/>
              <a:t>console.log(third);  // "blue"</a:t>
            </a:r>
          </a:p>
        </p:txBody>
      </p:sp>
      <p:sp>
        <p:nvSpPr>
          <p:cNvPr id="9" name="TextBox 8">
            <a:extLst>
              <a:ext uri="{FF2B5EF4-FFF2-40B4-BE49-F238E27FC236}">
                <a16:creationId xmlns:a16="http://schemas.microsoft.com/office/drawing/2014/main" id="{4E1C190E-D995-AC9F-59D9-0032B5B29536}"/>
              </a:ext>
            </a:extLst>
          </p:cNvPr>
          <p:cNvSpPr txBox="1"/>
          <p:nvPr/>
        </p:nvSpPr>
        <p:spPr>
          <a:xfrm>
            <a:off x="6607276" y="1433418"/>
            <a:ext cx="6096000" cy="1754326"/>
          </a:xfrm>
          <a:prstGeom prst="rect">
            <a:avLst/>
          </a:prstGeom>
          <a:noFill/>
        </p:spPr>
        <p:txBody>
          <a:bodyPr wrap="square">
            <a:spAutoFit/>
          </a:bodyPr>
          <a:lstStyle/>
          <a:p>
            <a:r>
              <a:rPr lang="en-IN" b="1" dirty="0"/>
              <a:t>Skip the element:</a:t>
            </a:r>
          </a:p>
          <a:p>
            <a:endParaRPr lang="en-IN" dirty="0"/>
          </a:p>
          <a:p>
            <a:r>
              <a:rPr lang="en-IN" dirty="0" err="1"/>
              <a:t>const</a:t>
            </a:r>
            <a:r>
              <a:rPr lang="en-IN" dirty="0"/>
              <a:t> numbers = [1, 2, 3, 4];</a:t>
            </a:r>
          </a:p>
          <a:p>
            <a:r>
              <a:rPr lang="en-IN" dirty="0" err="1"/>
              <a:t>const</a:t>
            </a:r>
            <a:r>
              <a:rPr lang="en-IN" dirty="0"/>
              <a:t> [first, , third] = numbers;</a:t>
            </a:r>
          </a:p>
          <a:p>
            <a:endParaRPr lang="en-IN" dirty="0"/>
          </a:p>
          <a:p>
            <a:r>
              <a:rPr lang="en-IN" dirty="0"/>
              <a:t>console.log(first, third); // Output: 1 3</a:t>
            </a:r>
          </a:p>
        </p:txBody>
      </p:sp>
      <p:sp>
        <p:nvSpPr>
          <p:cNvPr id="12" name="TextBox 11">
            <a:extLst>
              <a:ext uri="{FF2B5EF4-FFF2-40B4-BE49-F238E27FC236}">
                <a16:creationId xmlns:a16="http://schemas.microsoft.com/office/drawing/2014/main" id="{53518645-7E12-5915-1917-EF30079C35E0}"/>
              </a:ext>
            </a:extLst>
          </p:cNvPr>
          <p:cNvSpPr txBox="1"/>
          <p:nvPr/>
        </p:nvSpPr>
        <p:spPr>
          <a:xfrm>
            <a:off x="3677264" y="4651489"/>
            <a:ext cx="6351638" cy="1754326"/>
          </a:xfrm>
          <a:prstGeom prst="rect">
            <a:avLst/>
          </a:prstGeom>
          <a:noFill/>
        </p:spPr>
        <p:txBody>
          <a:bodyPr wrap="square">
            <a:spAutoFit/>
          </a:bodyPr>
          <a:lstStyle/>
          <a:p>
            <a:r>
              <a:rPr lang="en-IN" b="1" dirty="0"/>
              <a:t>Swapping of Element</a:t>
            </a:r>
          </a:p>
          <a:p>
            <a:r>
              <a:rPr lang="en-IN" dirty="0"/>
              <a:t>let x = 5;</a:t>
            </a:r>
          </a:p>
          <a:p>
            <a:r>
              <a:rPr lang="en-IN" dirty="0"/>
              <a:t>let y = 10;</a:t>
            </a:r>
          </a:p>
          <a:p>
            <a:endParaRPr lang="en-IN" dirty="0"/>
          </a:p>
          <a:p>
            <a:r>
              <a:rPr lang="en-IN" dirty="0"/>
              <a:t>[x, y] = [y, x];</a:t>
            </a:r>
          </a:p>
          <a:p>
            <a:r>
              <a:rPr lang="en-IN" dirty="0"/>
              <a:t>console.log(x, y); // Output: 10 5</a:t>
            </a:r>
          </a:p>
        </p:txBody>
      </p:sp>
    </p:spTree>
    <p:extLst>
      <p:ext uri="{BB962C8B-B14F-4D97-AF65-F5344CB8AC3E}">
        <p14:creationId xmlns:p14="http://schemas.microsoft.com/office/powerpoint/2010/main" val="652803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5CFD7C8-8D2F-51B0-DFCF-06BC43BF1E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0CABE1-189D-36F8-9FE9-A43D4D0FF10A}"/>
              </a:ext>
            </a:extLst>
          </p:cNvPr>
          <p:cNvSpPr txBox="1"/>
          <p:nvPr/>
        </p:nvSpPr>
        <p:spPr>
          <a:xfrm>
            <a:off x="1622323" y="4130000"/>
            <a:ext cx="6096000" cy="923330"/>
          </a:xfrm>
          <a:prstGeom prst="rect">
            <a:avLst/>
          </a:prstGeom>
          <a:noFill/>
        </p:spPr>
        <p:txBody>
          <a:bodyPr wrap="square">
            <a:spAutoFit/>
          </a:bodyPr>
          <a:lstStyle/>
          <a:p>
            <a:endParaRPr lang="en-IN"/>
          </a:p>
          <a:p>
            <a:endParaRPr lang="en-IN"/>
          </a:p>
          <a:p>
            <a:endParaRPr lang="en-IN" dirty="0"/>
          </a:p>
        </p:txBody>
      </p:sp>
      <p:sp>
        <p:nvSpPr>
          <p:cNvPr id="4" name="TextBox 3">
            <a:extLst>
              <a:ext uri="{FF2B5EF4-FFF2-40B4-BE49-F238E27FC236}">
                <a16:creationId xmlns:a16="http://schemas.microsoft.com/office/drawing/2014/main" id="{B0D1DFE4-AD01-3EE5-ECE0-5FD1AD2DC259}"/>
              </a:ext>
            </a:extLst>
          </p:cNvPr>
          <p:cNvSpPr txBox="1"/>
          <p:nvPr/>
        </p:nvSpPr>
        <p:spPr>
          <a:xfrm>
            <a:off x="2084438" y="208624"/>
            <a:ext cx="6096000" cy="523220"/>
          </a:xfrm>
          <a:prstGeom prst="rect">
            <a:avLst/>
          </a:prstGeom>
          <a:noFill/>
        </p:spPr>
        <p:txBody>
          <a:bodyPr wrap="square">
            <a:spAutoFit/>
          </a:bodyPr>
          <a:lstStyle/>
          <a:p>
            <a:r>
              <a:rPr lang="en-US" sz="2800" b="1" dirty="0"/>
              <a:t>Spread Operator and Rest Operator</a:t>
            </a:r>
            <a:endParaRPr lang="en-IN" sz="2800" b="1" dirty="0"/>
          </a:p>
        </p:txBody>
      </p:sp>
      <p:sp>
        <p:nvSpPr>
          <p:cNvPr id="5" name="TextBox 4">
            <a:extLst>
              <a:ext uri="{FF2B5EF4-FFF2-40B4-BE49-F238E27FC236}">
                <a16:creationId xmlns:a16="http://schemas.microsoft.com/office/drawing/2014/main" id="{87A897E3-5F14-A52A-5186-9C0AB67FA903}"/>
              </a:ext>
            </a:extLst>
          </p:cNvPr>
          <p:cNvSpPr txBox="1"/>
          <p:nvPr/>
        </p:nvSpPr>
        <p:spPr>
          <a:xfrm>
            <a:off x="1622323" y="1601413"/>
            <a:ext cx="3254477" cy="4247317"/>
          </a:xfrm>
          <a:prstGeom prst="rect">
            <a:avLst/>
          </a:prstGeom>
          <a:noFill/>
        </p:spPr>
        <p:txBody>
          <a:bodyPr wrap="square">
            <a:spAutoFit/>
          </a:bodyPr>
          <a:lstStyle/>
          <a:p>
            <a:r>
              <a:rPr lang="en-US" b="1" dirty="0"/>
              <a:t>Spread Operator: … </a:t>
            </a:r>
          </a:p>
          <a:p>
            <a:endParaRPr lang="en-US" b="1" dirty="0"/>
          </a:p>
          <a:p>
            <a:endParaRPr lang="en-US" b="1" dirty="0"/>
          </a:p>
          <a:p>
            <a:r>
              <a:rPr lang="en-US" b="1" dirty="0"/>
              <a:t>Example1:</a:t>
            </a:r>
          </a:p>
          <a:p>
            <a:r>
              <a:rPr lang="en-US" dirty="0"/>
              <a:t>let </a:t>
            </a:r>
            <a:r>
              <a:rPr lang="en-US" dirty="0" err="1"/>
              <a:t>arr</a:t>
            </a:r>
            <a:r>
              <a:rPr lang="en-US" dirty="0"/>
              <a:t> = [10,20,30,55,3]</a:t>
            </a:r>
          </a:p>
          <a:p>
            <a:r>
              <a:rPr lang="en-US" dirty="0"/>
              <a:t>let max = </a:t>
            </a:r>
            <a:r>
              <a:rPr lang="en-US" dirty="0" err="1"/>
              <a:t>Math.max</a:t>
            </a:r>
            <a:r>
              <a:rPr lang="en-US" dirty="0"/>
              <a:t>(…</a:t>
            </a:r>
            <a:r>
              <a:rPr lang="en-US" dirty="0" err="1"/>
              <a:t>arr</a:t>
            </a:r>
            <a:r>
              <a:rPr lang="en-US" dirty="0"/>
              <a:t>)</a:t>
            </a:r>
          </a:p>
          <a:p>
            <a:r>
              <a:rPr lang="en-US" dirty="0"/>
              <a:t>console.log(max)</a:t>
            </a:r>
          </a:p>
          <a:p>
            <a:endParaRPr lang="en-US" dirty="0"/>
          </a:p>
          <a:p>
            <a:r>
              <a:rPr lang="en-US" b="1" dirty="0"/>
              <a:t>Example2:</a:t>
            </a:r>
          </a:p>
          <a:p>
            <a:r>
              <a:rPr lang="en-US" dirty="0"/>
              <a:t>function sum(a, b, c) {</a:t>
            </a:r>
            <a:br>
              <a:rPr lang="en-US" dirty="0"/>
            </a:br>
            <a:r>
              <a:rPr lang="en-US" dirty="0"/>
              <a:t>return a + b + c;</a:t>
            </a:r>
            <a:br>
              <a:rPr lang="en-US" dirty="0"/>
            </a:br>
            <a:r>
              <a:rPr lang="en-US" dirty="0"/>
              <a:t>}</a:t>
            </a:r>
            <a:br>
              <a:rPr lang="en-US" dirty="0"/>
            </a:br>
            <a:r>
              <a:rPr lang="en-US" dirty="0"/>
              <a:t>const numbers = [1, 2, 3];</a:t>
            </a:r>
            <a:br>
              <a:rPr lang="en-US" dirty="0"/>
            </a:br>
            <a:r>
              <a:rPr lang="en-US" dirty="0"/>
              <a:t>const result = sum(...numbers);</a:t>
            </a:r>
          </a:p>
          <a:p>
            <a:r>
              <a:rPr lang="en-US" dirty="0"/>
              <a:t>Console.log(sum)</a:t>
            </a:r>
            <a:endParaRPr lang="en-IN" dirty="0"/>
          </a:p>
        </p:txBody>
      </p:sp>
      <p:sp>
        <p:nvSpPr>
          <p:cNvPr id="8" name="TextBox 7">
            <a:extLst>
              <a:ext uri="{FF2B5EF4-FFF2-40B4-BE49-F238E27FC236}">
                <a16:creationId xmlns:a16="http://schemas.microsoft.com/office/drawing/2014/main" id="{B1E6B190-44FE-943A-BDAB-DA1F4DAAACCD}"/>
              </a:ext>
            </a:extLst>
          </p:cNvPr>
          <p:cNvSpPr txBox="1"/>
          <p:nvPr/>
        </p:nvSpPr>
        <p:spPr>
          <a:xfrm>
            <a:off x="5791200" y="2266335"/>
            <a:ext cx="6096000" cy="2308324"/>
          </a:xfrm>
          <a:prstGeom prst="rect">
            <a:avLst/>
          </a:prstGeom>
          <a:noFill/>
        </p:spPr>
        <p:txBody>
          <a:bodyPr wrap="square">
            <a:spAutoFit/>
          </a:bodyPr>
          <a:lstStyle/>
          <a:p>
            <a:r>
              <a:rPr lang="en-IN" dirty="0"/>
              <a:t> </a:t>
            </a:r>
            <a:r>
              <a:rPr lang="en-IN" b="1" dirty="0"/>
              <a:t>Rest Operator</a:t>
            </a:r>
          </a:p>
          <a:p>
            <a:endParaRPr lang="en-IN" dirty="0"/>
          </a:p>
          <a:p>
            <a:endParaRPr lang="en-IN" dirty="0"/>
          </a:p>
          <a:p>
            <a:r>
              <a:rPr lang="en-IN" dirty="0"/>
              <a:t>function </a:t>
            </a:r>
            <a:r>
              <a:rPr lang="en-IN" dirty="0" err="1"/>
              <a:t>getList</a:t>
            </a:r>
            <a:r>
              <a:rPr lang="en-IN" dirty="0"/>
              <a:t>(...</a:t>
            </a:r>
            <a:r>
              <a:rPr lang="en-IN" dirty="0" err="1"/>
              <a:t>args</a:t>
            </a:r>
            <a:r>
              <a:rPr lang="en-IN" dirty="0"/>
              <a:t>) {        </a:t>
            </a:r>
          </a:p>
          <a:p>
            <a:r>
              <a:rPr lang="en-IN" dirty="0"/>
              <a:t>console.log(</a:t>
            </a:r>
            <a:r>
              <a:rPr lang="en-IN" dirty="0" err="1"/>
              <a:t>args</a:t>
            </a:r>
            <a:r>
              <a:rPr lang="en-IN" dirty="0"/>
              <a:t>); // </a:t>
            </a:r>
            <a:r>
              <a:rPr lang="en-IN" dirty="0" err="1"/>
              <a:t>args</a:t>
            </a:r>
            <a:r>
              <a:rPr lang="en-IN" dirty="0"/>
              <a:t> will be an array containing all passed arguments   </a:t>
            </a:r>
          </a:p>
          <a:p>
            <a:r>
              <a:rPr lang="en-IN" dirty="0"/>
              <a:t> }    </a:t>
            </a:r>
          </a:p>
          <a:p>
            <a:r>
              <a:rPr lang="en-IN" dirty="0" err="1"/>
              <a:t>getList</a:t>
            </a:r>
            <a:r>
              <a:rPr lang="en-IN" dirty="0"/>
              <a:t>(11, ‘JavaScript', true); // Output: [11, ‘JavaScript', true]</a:t>
            </a:r>
          </a:p>
        </p:txBody>
      </p:sp>
    </p:spTree>
    <p:extLst>
      <p:ext uri="{BB962C8B-B14F-4D97-AF65-F5344CB8AC3E}">
        <p14:creationId xmlns:p14="http://schemas.microsoft.com/office/powerpoint/2010/main" val="315461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1233EDF-941E-17EE-4AD1-F6CB21BAC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4A9CE2-3D7C-FE39-77C3-94EDB134E796}"/>
              </a:ext>
            </a:extLst>
          </p:cNvPr>
          <p:cNvSpPr txBox="1"/>
          <p:nvPr/>
        </p:nvSpPr>
        <p:spPr>
          <a:xfrm>
            <a:off x="1199536" y="3972683"/>
            <a:ext cx="6096000" cy="646331"/>
          </a:xfrm>
          <a:prstGeom prst="rect">
            <a:avLst/>
          </a:prstGeom>
          <a:noFill/>
        </p:spPr>
        <p:txBody>
          <a:bodyPr wrap="square">
            <a:spAutoFit/>
          </a:bodyPr>
          <a:lstStyle/>
          <a:p>
            <a:endParaRPr lang="en-IN" b="1" dirty="0"/>
          </a:p>
          <a:p>
            <a:endParaRPr lang="en-IN" dirty="0"/>
          </a:p>
        </p:txBody>
      </p:sp>
      <p:sp>
        <p:nvSpPr>
          <p:cNvPr id="4" name="TextBox 3">
            <a:extLst>
              <a:ext uri="{FF2B5EF4-FFF2-40B4-BE49-F238E27FC236}">
                <a16:creationId xmlns:a16="http://schemas.microsoft.com/office/drawing/2014/main" id="{E027D763-321D-EF7C-486B-EC05A263E195}"/>
              </a:ext>
            </a:extLst>
          </p:cNvPr>
          <p:cNvSpPr txBox="1"/>
          <p:nvPr/>
        </p:nvSpPr>
        <p:spPr>
          <a:xfrm>
            <a:off x="1809135" y="208624"/>
            <a:ext cx="6371303" cy="523220"/>
          </a:xfrm>
          <a:prstGeom prst="rect">
            <a:avLst/>
          </a:prstGeom>
          <a:noFill/>
        </p:spPr>
        <p:txBody>
          <a:bodyPr wrap="square">
            <a:spAutoFit/>
          </a:bodyPr>
          <a:lstStyle/>
          <a:p>
            <a:r>
              <a:rPr lang="en-US" sz="2800" b="1" dirty="0"/>
              <a:t>Local Storage | </a:t>
            </a:r>
            <a:r>
              <a:rPr lang="en-IN" sz="2800" b="1" dirty="0"/>
              <a:t>Session Storage| Cookies</a:t>
            </a:r>
            <a:r>
              <a:rPr lang="en-IN" b="1" dirty="0"/>
              <a:t> </a:t>
            </a:r>
            <a:r>
              <a:rPr lang="en-US" sz="2800" b="1" dirty="0"/>
              <a:t> </a:t>
            </a:r>
            <a:endParaRPr lang="en-IN" sz="2800" b="1" dirty="0"/>
          </a:p>
        </p:txBody>
      </p:sp>
      <p:sp>
        <p:nvSpPr>
          <p:cNvPr id="8" name="TextBox 7">
            <a:extLst>
              <a:ext uri="{FF2B5EF4-FFF2-40B4-BE49-F238E27FC236}">
                <a16:creationId xmlns:a16="http://schemas.microsoft.com/office/drawing/2014/main" id="{C47FB08C-8682-3F3B-5501-905AB434E310}"/>
              </a:ext>
            </a:extLst>
          </p:cNvPr>
          <p:cNvSpPr txBox="1"/>
          <p:nvPr/>
        </p:nvSpPr>
        <p:spPr>
          <a:xfrm>
            <a:off x="5791200" y="2266335"/>
            <a:ext cx="6096000" cy="369332"/>
          </a:xfrm>
          <a:prstGeom prst="rect">
            <a:avLst/>
          </a:prstGeom>
          <a:noFill/>
        </p:spPr>
        <p:txBody>
          <a:bodyPr wrap="square">
            <a:spAutoFit/>
          </a:bodyPr>
          <a:lstStyle/>
          <a:p>
            <a:r>
              <a:rPr lang="en-IN" dirty="0"/>
              <a:t> </a:t>
            </a:r>
          </a:p>
        </p:txBody>
      </p:sp>
      <p:sp>
        <p:nvSpPr>
          <p:cNvPr id="5" name="TextBox 4">
            <a:extLst>
              <a:ext uri="{FF2B5EF4-FFF2-40B4-BE49-F238E27FC236}">
                <a16:creationId xmlns:a16="http://schemas.microsoft.com/office/drawing/2014/main" id="{09205AB7-F024-0BCA-32E9-0858AE01F7B4}"/>
              </a:ext>
            </a:extLst>
          </p:cNvPr>
          <p:cNvSpPr txBox="1"/>
          <p:nvPr/>
        </p:nvSpPr>
        <p:spPr>
          <a:xfrm>
            <a:off x="496529" y="1009574"/>
            <a:ext cx="11198942" cy="5632311"/>
          </a:xfrm>
          <a:prstGeom prst="rect">
            <a:avLst/>
          </a:prstGeom>
          <a:noFill/>
        </p:spPr>
        <p:txBody>
          <a:bodyPr wrap="square">
            <a:spAutoFit/>
          </a:bodyPr>
          <a:lstStyle/>
          <a:p>
            <a:r>
              <a:rPr lang="en-US" b="1" dirty="0"/>
              <a:t>Local Storage:</a:t>
            </a:r>
            <a:r>
              <a:rPr lang="en-US" dirty="0"/>
              <a:t> </a:t>
            </a:r>
          </a:p>
          <a:p>
            <a:pPr marL="285750" indent="-285750">
              <a:buFont typeface="Wingdings" panose="05000000000000000000" pitchFamily="2" charset="2"/>
              <a:buChar char="q"/>
            </a:pPr>
            <a:r>
              <a:rPr lang="en-US" dirty="0"/>
              <a:t>Stores data with no expiration date.</a:t>
            </a:r>
          </a:p>
          <a:p>
            <a:pPr marL="285750" indent="-285750">
              <a:buFont typeface="Wingdings" panose="05000000000000000000" pitchFamily="2" charset="2"/>
              <a:buChar char="q"/>
            </a:pPr>
            <a:r>
              <a:rPr lang="en-US" dirty="0"/>
              <a:t>Long-term storage in browser (best for preferences, cached data).</a:t>
            </a:r>
          </a:p>
          <a:p>
            <a:pPr marL="285750" indent="-285750">
              <a:buFont typeface="Wingdings" panose="05000000000000000000" pitchFamily="2" charset="2"/>
              <a:buChar char="q"/>
            </a:pPr>
            <a:r>
              <a:rPr lang="en-US" dirty="0"/>
              <a:t>Use Case: Storing long-term data like user preferences,    theme, or tokens.</a:t>
            </a:r>
          </a:p>
          <a:p>
            <a:pPr marL="285750" indent="-285750">
              <a:buFont typeface="Wingdings" panose="05000000000000000000" pitchFamily="2" charset="2"/>
              <a:buChar char="q"/>
            </a:pPr>
            <a:r>
              <a:rPr lang="en-IN" dirty="0"/>
              <a:t>5–10 MB</a:t>
            </a:r>
          </a:p>
          <a:p>
            <a:pPr marL="285750" indent="-285750">
              <a:buFont typeface="Wingdings" panose="05000000000000000000" pitchFamily="2" charset="2"/>
              <a:buChar char="q"/>
            </a:pPr>
            <a:r>
              <a:rPr lang="en-US" dirty="0"/>
              <a:t>Persists even after the browser is closed.</a:t>
            </a:r>
          </a:p>
          <a:p>
            <a:endParaRPr lang="en-US" dirty="0"/>
          </a:p>
          <a:p>
            <a:r>
              <a:rPr lang="en-US" b="1" dirty="0"/>
              <a:t>Session Storage:</a:t>
            </a:r>
            <a:r>
              <a:rPr lang="en-US" dirty="0"/>
              <a:t> </a:t>
            </a:r>
          </a:p>
          <a:p>
            <a:pPr marL="285750" indent="-285750">
              <a:buFont typeface="Wingdings" panose="05000000000000000000" pitchFamily="2" charset="2"/>
              <a:buChar char="q"/>
            </a:pPr>
            <a:r>
              <a:rPr lang="en-US" dirty="0"/>
              <a:t>Stores data for a single session (deleted when the tab is closed).</a:t>
            </a:r>
          </a:p>
          <a:p>
            <a:pPr marL="285750" indent="-285750">
              <a:buFont typeface="Wingdings" panose="05000000000000000000" pitchFamily="2" charset="2"/>
              <a:buChar char="q"/>
            </a:pPr>
            <a:r>
              <a:rPr lang="en-US" dirty="0"/>
              <a:t>Temporary storage for current tab/session.</a:t>
            </a:r>
          </a:p>
          <a:p>
            <a:pPr marL="285750" indent="-285750">
              <a:buFont typeface="Wingdings" panose="05000000000000000000" pitchFamily="2" charset="2"/>
              <a:buChar char="q"/>
            </a:pPr>
            <a:r>
              <a:rPr lang="en-US" dirty="0"/>
              <a:t>Use Case: Storing temporary data like form inputs or one-time session data.</a:t>
            </a:r>
          </a:p>
          <a:p>
            <a:pPr marL="285750" indent="-285750">
              <a:buFont typeface="Wingdings" panose="05000000000000000000" pitchFamily="2" charset="2"/>
              <a:buChar char="q"/>
            </a:pPr>
            <a:r>
              <a:rPr lang="en-IN" dirty="0"/>
              <a:t>5 MB</a:t>
            </a:r>
          </a:p>
          <a:p>
            <a:pPr marL="285750" indent="-285750">
              <a:buFont typeface="Wingdings" panose="05000000000000000000" pitchFamily="2" charset="2"/>
              <a:buChar char="q"/>
            </a:pPr>
            <a:r>
              <a:rPr lang="en-US" dirty="0"/>
              <a:t>Lost when the tab/window is closed.</a:t>
            </a:r>
          </a:p>
          <a:p>
            <a:endParaRPr lang="en-US" dirty="0"/>
          </a:p>
          <a:p>
            <a:r>
              <a:rPr lang="en-US" b="1" dirty="0"/>
              <a:t>Cookies:</a:t>
            </a:r>
            <a:r>
              <a:rPr lang="en-US" dirty="0"/>
              <a:t> </a:t>
            </a:r>
          </a:p>
          <a:p>
            <a:pPr marL="285750" indent="-285750">
              <a:buFont typeface="Wingdings" panose="05000000000000000000" pitchFamily="2" charset="2"/>
              <a:buChar char="q"/>
            </a:pPr>
            <a:r>
              <a:rPr lang="en-US" dirty="0"/>
              <a:t>Small pieces of data sent between client and server with each request.</a:t>
            </a:r>
          </a:p>
          <a:p>
            <a:pPr marL="285750" indent="-285750">
              <a:buFont typeface="Wingdings" panose="05000000000000000000" pitchFamily="2" charset="2"/>
              <a:buChar char="q"/>
            </a:pPr>
            <a:r>
              <a:rPr lang="en-US" dirty="0"/>
              <a:t>Small data that travels with server requests (used for authentication/tracking).</a:t>
            </a:r>
          </a:p>
          <a:p>
            <a:pPr marL="285750" indent="-285750">
              <a:buFont typeface="Wingdings" panose="05000000000000000000" pitchFamily="2" charset="2"/>
              <a:buChar char="q"/>
            </a:pPr>
            <a:r>
              <a:rPr lang="en-US" dirty="0"/>
              <a:t>Use Case: Tracking login sessions, authentication.</a:t>
            </a:r>
          </a:p>
          <a:p>
            <a:pPr marL="285750" indent="-285750">
              <a:buFont typeface="Wingdings" panose="05000000000000000000" pitchFamily="2" charset="2"/>
              <a:buChar char="q"/>
            </a:pPr>
            <a:r>
              <a:rPr lang="en-IN" dirty="0"/>
              <a:t>4 KB</a:t>
            </a:r>
          </a:p>
          <a:p>
            <a:pPr marL="285750" indent="-285750">
              <a:buFont typeface="Wingdings" panose="05000000000000000000" pitchFamily="2" charset="2"/>
              <a:buChar char="q"/>
            </a:pPr>
            <a:r>
              <a:rPr lang="en-US" dirty="0"/>
              <a:t>Can persist until expiry date or session ends.</a:t>
            </a:r>
            <a:endParaRPr lang="en-IN" dirty="0"/>
          </a:p>
        </p:txBody>
      </p:sp>
    </p:spTree>
    <p:extLst>
      <p:ext uri="{BB962C8B-B14F-4D97-AF65-F5344CB8AC3E}">
        <p14:creationId xmlns:p14="http://schemas.microsoft.com/office/powerpoint/2010/main" val="592717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4DB7511-0E62-8004-6F56-FE8E2EFFBB3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22FA62-8286-E112-A979-3B0F2CA57A70}"/>
              </a:ext>
            </a:extLst>
          </p:cNvPr>
          <p:cNvSpPr txBox="1"/>
          <p:nvPr/>
        </p:nvSpPr>
        <p:spPr>
          <a:xfrm>
            <a:off x="1199536" y="3972683"/>
            <a:ext cx="6096000" cy="1477328"/>
          </a:xfrm>
          <a:prstGeom prst="rect">
            <a:avLst/>
          </a:prstGeom>
          <a:noFill/>
        </p:spPr>
        <p:txBody>
          <a:bodyPr wrap="square">
            <a:spAutoFit/>
          </a:bodyPr>
          <a:lstStyle/>
          <a:p>
            <a:r>
              <a:rPr lang="en-IN" b="1" dirty="0"/>
              <a:t>Method of JSON:</a:t>
            </a:r>
          </a:p>
          <a:p>
            <a:pPr marL="285750" indent="-285750">
              <a:buFont typeface="Wingdings" panose="05000000000000000000" pitchFamily="2" charset="2"/>
              <a:buChar char="§"/>
            </a:pPr>
            <a:r>
              <a:rPr lang="en-US" dirty="0" err="1"/>
              <a:t>JSON.stringify</a:t>
            </a:r>
            <a:r>
              <a:rPr lang="en-US" dirty="0"/>
              <a:t>()</a:t>
            </a:r>
            <a:r>
              <a:rPr lang="en-US" b="1" dirty="0"/>
              <a:t> — Converting Objects to JSON Strings</a:t>
            </a:r>
          </a:p>
          <a:p>
            <a:pPr marL="285750" indent="-285750">
              <a:buFont typeface="Wingdings" panose="05000000000000000000" pitchFamily="2" charset="2"/>
              <a:buChar char="§"/>
            </a:pPr>
            <a:r>
              <a:rPr lang="en-US" dirty="0" err="1"/>
              <a:t>JSON.parse</a:t>
            </a:r>
            <a:r>
              <a:rPr lang="en-US" dirty="0"/>
              <a:t>()</a:t>
            </a:r>
            <a:r>
              <a:rPr lang="en-US" b="1" dirty="0"/>
              <a:t> — Converting JSON Strings Back to Objects</a:t>
            </a:r>
          </a:p>
          <a:p>
            <a:endParaRPr lang="en-IN" b="1" dirty="0"/>
          </a:p>
          <a:p>
            <a:endParaRPr lang="en-IN" dirty="0"/>
          </a:p>
        </p:txBody>
      </p:sp>
      <p:sp>
        <p:nvSpPr>
          <p:cNvPr id="4" name="TextBox 3">
            <a:extLst>
              <a:ext uri="{FF2B5EF4-FFF2-40B4-BE49-F238E27FC236}">
                <a16:creationId xmlns:a16="http://schemas.microsoft.com/office/drawing/2014/main" id="{68AD7B98-5EF2-B146-1DC7-3AF060F41851}"/>
              </a:ext>
            </a:extLst>
          </p:cNvPr>
          <p:cNvSpPr txBox="1"/>
          <p:nvPr/>
        </p:nvSpPr>
        <p:spPr>
          <a:xfrm>
            <a:off x="2084438" y="208624"/>
            <a:ext cx="6096000" cy="646331"/>
          </a:xfrm>
          <a:prstGeom prst="rect">
            <a:avLst/>
          </a:prstGeom>
          <a:noFill/>
        </p:spPr>
        <p:txBody>
          <a:bodyPr wrap="square">
            <a:spAutoFit/>
          </a:bodyPr>
          <a:lstStyle/>
          <a:p>
            <a:r>
              <a:rPr lang="en-IN" b="1" dirty="0"/>
              <a:t>Working with JSON</a:t>
            </a:r>
          </a:p>
          <a:p>
            <a:r>
              <a:rPr lang="en-IN" b="1" dirty="0"/>
              <a:t>JSON (JavaScript Object Notation)</a:t>
            </a:r>
          </a:p>
        </p:txBody>
      </p:sp>
      <p:sp>
        <p:nvSpPr>
          <p:cNvPr id="8" name="TextBox 7">
            <a:extLst>
              <a:ext uri="{FF2B5EF4-FFF2-40B4-BE49-F238E27FC236}">
                <a16:creationId xmlns:a16="http://schemas.microsoft.com/office/drawing/2014/main" id="{9E44C5D3-1135-B06A-B427-1C64C379BE40}"/>
              </a:ext>
            </a:extLst>
          </p:cNvPr>
          <p:cNvSpPr txBox="1"/>
          <p:nvPr/>
        </p:nvSpPr>
        <p:spPr>
          <a:xfrm>
            <a:off x="5791200" y="2266335"/>
            <a:ext cx="6096000" cy="369332"/>
          </a:xfrm>
          <a:prstGeom prst="rect">
            <a:avLst/>
          </a:prstGeom>
          <a:noFill/>
        </p:spPr>
        <p:txBody>
          <a:bodyPr wrap="square">
            <a:spAutoFit/>
          </a:bodyPr>
          <a:lstStyle/>
          <a:p>
            <a:r>
              <a:rPr lang="en-IN" dirty="0"/>
              <a:t> </a:t>
            </a:r>
          </a:p>
        </p:txBody>
      </p:sp>
      <p:sp>
        <p:nvSpPr>
          <p:cNvPr id="6" name="TextBox 5">
            <a:extLst>
              <a:ext uri="{FF2B5EF4-FFF2-40B4-BE49-F238E27FC236}">
                <a16:creationId xmlns:a16="http://schemas.microsoft.com/office/drawing/2014/main" id="{3248304C-8DF5-8B96-DEC9-C5688202AD9E}"/>
              </a:ext>
            </a:extLst>
          </p:cNvPr>
          <p:cNvSpPr txBox="1"/>
          <p:nvPr/>
        </p:nvSpPr>
        <p:spPr>
          <a:xfrm>
            <a:off x="1042219" y="1232789"/>
            <a:ext cx="3608439" cy="2585323"/>
          </a:xfrm>
          <a:prstGeom prst="rect">
            <a:avLst/>
          </a:prstGeom>
          <a:noFill/>
        </p:spPr>
        <p:txBody>
          <a:bodyPr wrap="square">
            <a:spAutoFit/>
          </a:bodyPr>
          <a:lstStyle/>
          <a:p>
            <a:pPr algn="l">
              <a:buNone/>
            </a:pPr>
            <a:r>
              <a:rPr lang="en-IN" b="1" i="0" dirty="0">
                <a:solidFill>
                  <a:srgbClr val="09090B"/>
                </a:solidFill>
                <a:effectLst/>
                <a:latin typeface="Arial" panose="020B0604020202020204" pitchFamily="34" charset="0"/>
              </a:rPr>
              <a:t>Why Use JSON?</a:t>
            </a:r>
          </a:p>
          <a:p>
            <a:pPr algn="l">
              <a:buNone/>
            </a:pPr>
            <a:endParaRPr lang="en-IN" b="1" dirty="0">
              <a:solidFill>
                <a:srgbClr val="09090B"/>
              </a:solidFill>
              <a:latin typeface="Arial" panose="020B0604020202020204" pitchFamily="34" charset="0"/>
            </a:endParaRPr>
          </a:p>
          <a:p>
            <a:pPr marL="285750" indent="-285750">
              <a:buFont typeface="Courier New" panose="02070309020205020404" pitchFamily="49" charset="0"/>
              <a:buChar char="o"/>
            </a:pPr>
            <a:r>
              <a:rPr lang="en-US" dirty="0"/>
              <a:t>Sending or receiving data from a </a:t>
            </a:r>
            <a:r>
              <a:rPr lang="en-US" b="1" dirty="0"/>
              <a:t>web server</a:t>
            </a:r>
            <a:r>
              <a:rPr lang="en-US" dirty="0"/>
              <a:t> (APIs)</a:t>
            </a:r>
          </a:p>
          <a:p>
            <a:pPr marL="285750" indent="-285750">
              <a:buFont typeface="Courier New" panose="02070309020205020404" pitchFamily="49" charset="0"/>
              <a:buChar char="o"/>
            </a:pPr>
            <a:endParaRPr lang="en-US" dirty="0"/>
          </a:p>
          <a:p>
            <a:endParaRPr lang="en-US" dirty="0"/>
          </a:p>
          <a:p>
            <a:pPr marL="285750" indent="-285750">
              <a:buFont typeface="Courier New" panose="02070309020205020404" pitchFamily="49" charset="0"/>
              <a:buChar char="o"/>
            </a:pPr>
            <a:r>
              <a:rPr lang="en-IN" dirty="0"/>
              <a:t>Storing data in </a:t>
            </a:r>
            <a:r>
              <a:rPr lang="en-IN" b="1" dirty="0" err="1"/>
              <a:t>localStorage</a:t>
            </a:r>
            <a:r>
              <a:rPr lang="en-IN" dirty="0"/>
              <a:t> or </a:t>
            </a:r>
            <a:r>
              <a:rPr lang="en-IN" b="1" dirty="0" err="1"/>
              <a:t>sessionStorage</a:t>
            </a:r>
            <a:endParaRPr lang="en-IN" dirty="0"/>
          </a:p>
          <a:p>
            <a:pPr algn="l">
              <a:buNone/>
            </a:pPr>
            <a:endParaRPr lang="en-IN" b="1" i="0" dirty="0">
              <a:solidFill>
                <a:srgbClr val="09090B"/>
              </a:solidFill>
              <a:effectLst/>
              <a:latin typeface="Arial" panose="020B0604020202020204" pitchFamily="34" charset="0"/>
            </a:endParaRPr>
          </a:p>
        </p:txBody>
      </p:sp>
    </p:spTree>
    <p:extLst>
      <p:ext uri="{BB962C8B-B14F-4D97-AF65-F5344CB8AC3E}">
        <p14:creationId xmlns:p14="http://schemas.microsoft.com/office/powerpoint/2010/main" val="2361476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856EB2F-A958-32F3-E365-F56212EFC2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8B990D-5F8B-72CD-9819-6FCCC26E1BE3}"/>
              </a:ext>
            </a:extLst>
          </p:cNvPr>
          <p:cNvSpPr txBox="1"/>
          <p:nvPr/>
        </p:nvSpPr>
        <p:spPr>
          <a:xfrm>
            <a:off x="1622323" y="4130000"/>
            <a:ext cx="6096000" cy="923330"/>
          </a:xfrm>
          <a:prstGeom prst="rect">
            <a:avLst/>
          </a:prstGeom>
          <a:noFill/>
        </p:spPr>
        <p:txBody>
          <a:bodyPr wrap="square">
            <a:spAutoFit/>
          </a:bodyPr>
          <a:lstStyle/>
          <a:p>
            <a:endParaRPr lang="en-IN"/>
          </a:p>
          <a:p>
            <a:endParaRPr lang="en-IN"/>
          </a:p>
          <a:p>
            <a:endParaRPr lang="en-IN" dirty="0"/>
          </a:p>
        </p:txBody>
      </p:sp>
      <p:sp>
        <p:nvSpPr>
          <p:cNvPr id="4" name="TextBox 3">
            <a:extLst>
              <a:ext uri="{FF2B5EF4-FFF2-40B4-BE49-F238E27FC236}">
                <a16:creationId xmlns:a16="http://schemas.microsoft.com/office/drawing/2014/main" id="{DC077308-A044-5158-0AF4-2A4D40EA5D0C}"/>
              </a:ext>
            </a:extLst>
          </p:cNvPr>
          <p:cNvSpPr txBox="1"/>
          <p:nvPr/>
        </p:nvSpPr>
        <p:spPr>
          <a:xfrm>
            <a:off x="2084438" y="208624"/>
            <a:ext cx="6096000" cy="369332"/>
          </a:xfrm>
          <a:prstGeom prst="rect">
            <a:avLst/>
          </a:prstGeom>
          <a:noFill/>
        </p:spPr>
        <p:txBody>
          <a:bodyPr wrap="square">
            <a:spAutoFit/>
          </a:bodyPr>
          <a:lstStyle/>
          <a:p>
            <a:r>
              <a:rPr lang="en-IN" b="1" dirty="0"/>
              <a:t>Working with JSON</a:t>
            </a:r>
          </a:p>
        </p:txBody>
      </p:sp>
      <p:sp>
        <p:nvSpPr>
          <p:cNvPr id="8" name="TextBox 7">
            <a:extLst>
              <a:ext uri="{FF2B5EF4-FFF2-40B4-BE49-F238E27FC236}">
                <a16:creationId xmlns:a16="http://schemas.microsoft.com/office/drawing/2014/main" id="{865062AE-2DB9-3011-8233-EC9E3F5D45B3}"/>
              </a:ext>
            </a:extLst>
          </p:cNvPr>
          <p:cNvSpPr txBox="1"/>
          <p:nvPr/>
        </p:nvSpPr>
        <p:spPr>
          <a:xfrm>
            <a:off x="5791200" y="2266335"/>
            <a:ext cx="6096000" cy="369332"/>
          </a:xfrm>
          <a:prstGeom prst="rect">
            <a:avLst/>
          </a:prstGeom>
          <a:noFill/>
        </p:spPr>
        <p:txBody>
          <a:bodyPr wrap="square">
            <a:spAutoFit/>
          </a:bodyPr>
          <a:lstStyle/>
          <a:p>
            <a:r>
              <a:rPr lang="en-IN" dirty="0"/>
              <a:t> </a:t>
            </a:r>
          </a:p>
        </p:txBody>
      </p:sp>
      <p:sp>
        <p:nvSpPr>
          <p:cNvPr id="6" name="TextBox 5">
            <a:extLst>
              <a:ext uri="{FF2B5EF4-FFF2-40B4-BE49-F238E27FC236}">
                <a16:creationId xmlns:a16="http://schemas.microsoft.com/office/drawing/2014/main" id="{2C8FDA0E-4D14-5D7E-5746-4396ADE9C383}"/>
              </a:ext>
            </a:extLst>
          </p:cNvPr>
          <p:cNvSpPr txBox="1"/>
          <p:nvPr/>
        </p:nvSpPr>
        <p:spPr>
          <a:xfrm>
            <a:off x="2743200" y="1322720"/>
            <a:ext cx="6096000" cy="3970318"/>
          </a:xfrm>
          <a:prstGeom prst="rect">
            <a:avLst/>
          </a:prstGeom>
          <a:noFill/>
        </p:spPr>
        <p:txBody>
          <a:bodyPr wrap="square">
            <a:spAutoFit/>
          </a:bodyPr>
          <a:lstStyle/>
          <a:p>
            <a:r>
              <a:rPr lang="en-IN" b="1" dirty="0" err="1"/>
              <a:t>const</a:t>
            </a:r>
            <a:r>
              <a:rPr lang="en-IN" b="1" dirty="0"/>
              <a:t> data = {</a:t>
            </a:r>
          </a:p>
          <a:p>
            <a:r>
              <a:rPr lang="en-IN" b="1" dirty="0"/>
              <a:t>  name: “GLA",</a:t>
            </a:r>
          </a:p>
          <a:p>
            <a:r>
              <a:rPr lang="en-IN" b="1" dirty="0"/>
              <a:t>  age: 28,</a:t>
            </a:r>
          </a:p>
          <a:p>
            <a:r>
              <a:rPr lang="en-IN" b="1" dirty="0"/>
              <a:t>  city: “Mathura"</a:t>
            </a:r>
          </a:p>
          <a:p>
            <a:r>
              <a:rPr lang="en-IN" b="1" dirty="0"/>
              <a:t>};</a:t>
            </a:r>
          </a:p>
          <a:p>
            <a:endParaRPr lang="en-IN" b="1" dirty="0"/>
          </a:p>
          <a:p>
            <a:r>
              <a:rPr lang="en-IN" b="1" dirty="0" err="1"/>
              <a:t>const</a:t>
            </a:r>
            <a:r>
              <a:rPr lang="en-IN" b="1" dirty="0"/>
              <a:t> </a:t>
            </a:r>
            <a:r>
              <a:rPr lang="en-IN" b="1" dirty="0" err="1"/>
              <a:t>jsonString</a:t>
            </a:r>
            <a:r>
              <a:rPr lang="en-IN" b="1" dirty="0"/>
              <a:t> = </a:t>
            </a:r>
            <a:r>
              <a:rPr lang="en-IN" b="1" dirty="0" err="1"/>
              <a:t>JSON.stringify</a:t>
            </a:r>
            <a:r>
              <a:rPr lang="en-IN" b="1" dirty="0"/>
              <a:t>(data);</a:t>
            </a:r>
          </a:p>
          <a:p>
            <a:endParaRPr lang="en-IN" b="1" dirty="0"/>
          </a:p>
          <a:p>
            <a:r>
              <a:rPr lang="en-IN" b="1" dirty="0"/>
              <a:t>console.log(</a:t>
            </a:r>
            <a:r>
              <a:rPr lang="en-IN" b="1" dirty="0" err="1"/>
              <a:t>jsonString</a:t>
            </a:r>
            <a:r>
              <a:rPr lang="en-IN" b="1" dirty="0"/>
              <a:t>);</a:t>
            </a:r>
          </a:p>
          <a:p>
            <a:endParaRPr lang="en-IN" b="1" dirty="0"/>
          </a:p>
          <a:p>
            <a:endParaRPr lang="en-IN" b="1" dirty="0"/>
          </a:p>
          <a:p>
            <a:r>
              <a:rPr lang="en-IN" b="1" dirty="0"/>
              <a:t>Output:</a:t>
            </a:r>
          </a:p>
          <a:p>
            <a:r>
              <a:rPr lang="en-US" b="1" dirty="0"/>
              <a:t>{"name":“GLA","age":28,"city":“Mathura"}</a:t>
            </a:r>
          </a:p>
          <a:p>
            <a:endParaRPr lang="en-IN" dirty="0"/>
          </a:p>
        </p:txBody>
      </p:sp>
    </p:spTree>
    <p:extLst>
      <p:ext uri="{BB962C8B-B14F-4D97-AF65-F5344CB8AC3E}">
        <p14:creationId xmlns:p14="http://schemas.microsoft.com/office/powerpoint/2010/main" val="14348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F4EF764-09E1-4AF6-486A-C2F4798396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573A18-1867-1790-644F-0D25BFF5F26B}"/>
              </a:ext>
            </a:extLst>
          </p:cNvPr>
          <p:cNvSpPr txBox="1"/>
          <p:nvPr/>
        </p:nvSpPr>
        <p:spPr>
          <a:xfrm>
            <a:off x="1622323" y="4130000"/>
            <a:ext cx="6096000" cy="923330"/>
          </a:xfrm>
          <a:prstGeom prst="rect">
            <a:avLst/>
          </a:prstGeom>
          <a:noFill/>
        </p:spPr>
        <p:txBody>
          <a:bodyPr wrap="square">
            <a:spAutoFit/>
          </a:bodyPr>
          <a:lstStyle/>
          <a:p>
            <a:endParaRPr lang="en-IN"/>
          </a:p>
          <a:p>
            <a:endParaRPr lang="en-IN"/>
          </a:p>
          <a:p>
            <a:endParaRPr lang="en-IN" dirty="0"/>
          </a:p>
        </p:txBody>
      </p:sp>
      <p:sp>
        <p:nvSpPr>
          <p:cNvPr id="4" name="TextBox 3">
            <a:extLst>
              <a:ext uri="{FF2B5EF4-FFF2-40B4-BE49-F238E27FC236}">
                <a16:creationId xmlns:a16="http://schemas.microsoft.com/office/drawing/2014/main" id="{816B98E5-C576-11D2-CB0E-E2EC151C41EF}"/>
              </a:ext>
            </a:extLst>
          </p:cNvPr>
          <p:cNvSpPr txBox="1"/>
          <p:nvPr/>
        </p:nvSpPr>
        <p:spPr>
          <a:xfrm>
            <a:off x="2084438" y="208624"/>
            <a:ext cx="6096000" cy="646331"/>
          </a:xfrm>
          <a:prstGeom prst="rect">
            <a:avLst/>
          </a:prstGeom>
          <a:noFill/>
        </p:spPr>
        <p:txBody>
          <a:bodyPr wrap="square">
            <a:spAutoFit/>
          </a:bodyPr>
          <a:lstStyle/>
          <a:p>
            <a:r>
              <a:rPr lang="en-IN" b="1" dirty="0"/>
              <a:t>Working with JSON</a:t>
            </a:r>
          </a:p>
          <a:p>
            <a:r>
              <a:rPr lang="en-IN" b="1" dirty="0"/>
              <a:t>Local Storage</a:t>
            </a:r>
          </a:p>
        </p:txBody>
      </p:sp>
      <p:sp>
        <p:nvSpPr>
          <p:cNvPr id="8" name="TextBox 7">
            <a:extLst>
              <a:ext uri="{FF2B5EF4-FFF2-40B4-BE49-F238E27FC236}">
                <a16:creationId xmlns:a16="http://schemas.microsoft.com/office/drawing/2014/main" id="{F79F78E1-54B7-C74D-D5A6-B005B6C69FFE}"/>
              </a:ext>
            </a:extLst>
          </p:cNvPr>
          <p:cNvSpPr txBox="1"/>
          <p:nvPr/>
        </p:nvSpPr>
        <p:spPr>
          <a:xfrm>
            <a:off x="5791200" y="2266335"/>
            <a:ext cx="6096000" cy="369332"/>
          </a:xfrm>
          <a:prstGeom prst="rect">
            <a:avLst/>
          </a:prstGeom>
          <a:noFill/>
        </p:spPr>
        <p:txBody>
          <a:bodyPr wrap="square">
            <a:spAutoFit/>
          </a:bodyPr>
          <a:lstStyle/>
          <a:p>
            <a:r>
              <a:rPr lang="en-IN" dirty="0"/>
              <a:t> </a:t>
            </a:r>
          </a:p>
        </p:txBody>
      </p:sp>
      <p:sp>
        <p:nvSpPr>
          <p:cNvPr id="5" name="TextBox 4">
            <a:extLst>
              <a:ext uri="{FF2B5EF4-FFF2-40B4-BE49-F238E27FC236}">
                <a16:creationId xmlns:a16="http://schemas.microsoft.com/office/drawing/2014/main" id="{94B57984-EFD9-102C-D552-E537F9CF062C}"/>
              </a:ext>
            </a:extLst>
          </p:cNvPr>
          <p:cNvSpPr txBox="1"/>
          <p:nvPr/>
        </p:nvSpPr>
        <p:spPr>
          <a:xfrm>
            <a:off x="1366685" y="1151735"/>
            <a:ext cx="5791200" cy="2862322"/>
          </a:xfrm>
          <a:prstGeom prst="rect">
            <a:avLst/>
          </a:prstGeom>
          <a:noFill/>
        </p:spPr>
        <p:txBody>
          <a:bodyPr wrap="square">
            <a:spAutoFit/>
          </a:bodyPr>
          <a:lstStyle/>
          <a:p>
            <a:pPr algn="l">
              <a:buNone/>
            </a:pPr>
            <a:r>
              <a:rPr lang="en-IN" b="1" i="0" u="sng" dirty="0">
                <a:solidFill>
                  <a:srgbClr val="09090B"/>
                </a:solidFill>
                <a:effectLst/>
                <a:latin typeface="Arial" panose="020B0604020202020204" pitchFamily="34" charset="0"/>
              </a:rPr>
              <a:t>Storing JSON in Local Storage</a:t>
            </a:r>
          </a:p>
          <a:p>
            <a:pPr algn="l">
              <a:buNone/>
            </a:pPr>
            <a:endParaRPr lang="en-IN" b="1" dirty="0">
              <a:solidFill>
                <a:srgbClr val="09090B"/>
              </a:solidFill>
              <a:latin typeface="Arial" panose="020B0604020202020204" pitchFamily="34" charset="0"/>
            </a:endParaRPr>
          </a:p>
          <a:p>
            <a:r>
              <a:rPr lang="en-US" b="1" dirty="0">
                <a:solidFill>
                  <a:srgbClr val="09090B"/>
                </a:solidFill>
                <a:latin typeface="Arial" panose="020B0604020202020204" pitchFamily="34" charset="0"/>
              </a:rPr>
              <a:t>const data = {</a:t>
            </a:r>
          </a:p>
          <a:p>
            <a:r>
              <a:rPr lang="en-US" b="1" dirty="0">
                <a:solidFill>
                  <a:srgbClr val="09090B"/>
                </a:solidFill>
                <a:latin typeface="Arial" panose="020B0604020202020204" pitchFamily="34" charset="0"/>
              </a:rPr>
              <a:t>  name: “GLA University",</a:t>
            </a:r>
          </a:p>
          <a:p>
            <a:r>
              <a:rPr lang="en-US" b="1" dirty="0">
                <a:solidFill>
                  <a:srgbClr val="09090B"/>
                </a:solidFill>
                <a:latin typeface="Arial" panose="020B0604020202020204" pitchFamily="34" charset="0"/>
              </a:rPr>
              <a:t>  age: 28,</a:t>
            </a:r>
          </a:p>
          <a:p>
            <a:r>
              <a:rPr lang="en-US" b="1" dirty="0">
                <a:solidFill>
                  <a:srgbClr val="09090B"/>
                </a:solidFill>
                <a:latin typeface="Arial" panose="020B0604020202020204" pitchFamily="34" charset="0"/>
              </a:rPr>
              <a:t>  city: “Mathura"</a:t>
            </a:r>
          </a:p>
          <a:p>
            <a:r>
              <a:rPr lang="en-US" b="1" dirty="0">
                <a:solidFill>
                  <a:srgbClr val="09090B"/>
                </a:solidFill>
                <a:latin typeface="Arial" panose="020B0604020202020204" pitchFamily="34" charset="0"/>
              </a:rPr>
              <a:t>};</a:t>
            </a:r>
          </a:p>
          <a:p>
            <a:endParaRPr lang="en-IN" b="1" dirty="0">
              <a:solidFill>
                <a:srgbClr val="09090B"/>
              </a:solidFill>
              <a:latin typeface="Arial" panose="020B0604020202020204" pitchFamily="34" charset="0"/>
            </a:endParaRPr>
          </a:p>
          <a:p>
            <a:endParaRPr lang="en-IN" b="1" dirty="0">
              <a:solidFill>
                <a:srgbClr val="09090B"/>
              </a:solidFill>
              <a:latin typeface="Arial" panose="020B0604020202020204" pitchFamily="34" charset="0"/>
            </a:endParaRPr>
          </a:p>
          <a:p>
            <a:r>
              <a:rPr lang="en-IN" b="1" dirty="0" err="1">
                <a:solidFill>
                  <a:srgbClr val="09090B"/>
                </a:solidFill>
                <a:latin typeface="Arial" panose="020B0604020202020204" pitchFamily="34" charset="0"/>
              </a:rPr>
              <a:t>localStorage.setItem</a:t>
            </a:r>
            <a:r>
              <a:rPr lang="en-IN" b="1" dirty="0">
                <a:solidFill>
                  <a:srgbClr val="09090B"/>
                </a:solidFill>
                <a:latin typeface="Arial" panose="020B0604020202020204" pitchFamily="34" charset="0"/>
              </a:rPr>
              <a:t>(“data", </a:t>
            </a:r>
            <a:r>
              <a:rPr lang="en-IN" b="1" dirty="0" err="1">
                <a:solidFill>
                  <a:srgbClr val="09090B"/>
                </a:solidFill>
                <a:latin typeface="Arial" panose="020B0604020202020204" pitchFamily="34" charset="0"/>
              </a:rPr>
              <a:t>JSON.stringify</a:t>
            </a:r>
            <a:r>
              <a:rPr lang="en-IN" b="1" dirty="0">
                <a:solidFill>
                  <a:srgbClr val="09090B"/>
                </a:solidFill>
                <a:latin typeface="Arial" panose="020B0604020202020204" pitchFamily="34" charset="0"/>
              </a:rPr>
              <a:t>(data));</a:t>
            </a:r>
            <a:endParaRPr lang="en-IN" b="1" i="0" dirty="0">
              <a:solidFill>
                <a:srgbClr val="09090B"/>
              </a:solidFill>
              <a:effectLst/>
              <a:latin typeface="Arial" panose="020B0604020202020204" pitchFamily="34" charset="0"/>
            </a:endParaRPr>
          </a:p>
        </p:txBody>
      </p:sp>
      <p:sp>
        <p:nvSpPr>
          <p:cNvPr id="10" name="TextBox 9">
            <a:extLst>
              <a:ext uri="{FF2B5EF4-FFF2-40B4-BE49-F238E27FC236}">
                <a16:creationId xmlns:a16="http://schemas.microsoft.com/office/drawing/2014/main" id="{295381EC-779B-D86C-1BC4-35AEAF3BC8A4}"/>
              </a:ext>
            </a:extLst>
          </p:cNvPr>
          <p:cNvSpPr txBox="1"/>
          <p:nvPr/>
        </p:nvSpPr>
        <p:spPr>
          <a:xfrm>
            <a:off x="1366685" y="4384443"/>
            <a:ext cx="6459794" cy="1569660"/>
          </a:xfrm>
          <a:prstGeom prst="rect">
            <a:avLst/>
          </a:prstGeom>
          <a:noFill/>
        </p:spPr>
        <p:txBody>
          <a:bodyPr wrap="square">
            <a:spAutoFit/>
          </a:bodyPr>
          <a:lstStyle/>
          <a:p>
            <a:pPr marL="342900" indent="-342900">
              <a:buFont typeface="Wingdings" panose="05000000000000000000" pitchFamily="2" charset="2"/>
              <a:buChar char="Ø"/>
            </a:pPr>
            <a:r>
              <a:rPr lang="en-US" sz="2400" dirty="0">
                <a:latin typeface="Arial" panose="020B0604020202020204" pitchFamily="34" charset="0"/>
              </a:rPr>
              <a:t>T</a:t>
            </a:r>
            <a:r>
              <a:rPr lang="en-US" sz="2400" i="0" dirty="0">
                <a:effectLst/>
                <a:latin typeface="Arial" panose="020B0604020202020204" pitchFamily="34" charset="0"/>
              </a:rPr>
              <a:t>he object is converted into a string before being saved.</a:t>
            </a:r>
          </a:p>
          <a:p>
            <a:pPr marL="342900" indent="-342900">
              <a:buFont typeface="Wingdings" panose="05000000000000000000" pitchFamily="2" charset="2"/>
              <a:buChar char="Ø"/>
            </a:pPr>
            <a:r>
              <a:rPr lang="en-US" sz="2400" dirty="0"/>
              <a:t>Otherwise, JavaScript wouldn’t be able to store it properly.</a:t>
            </a:r>
            <a:endParaRPr lang="en-IN" sz="2400" dirty="0"/>
          </a:p>
        </p:txBody>
      </p:sp>
    </p:spTree>
    <p:extLst>
      <p:ext uri="{BB962C8B-B14F-4D97-AF65-F5344CB8AC3E}">
        <p14:creationId xmlns:p14="http://schemas.microsoft.com/office/powerpoint/2010/main" val="1923013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367132C-00AF-EA5C-E80D-44D864DE96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94BA2A-78CC-4D33-826C-7D5D9A2260E6}"/>
              </a:ext>
            </a:extLst>
          </p:cNvPr>
          <p:cNvSpPr txBox="1"/>
          <p:nvPr/>
        </p:nvSpPr>
        <p:spPr>
          <a:xfrm>
            <a:off x="1622323" y="4130000"/>
            <a:ext cx="6096000" cy="923330"/>
          </a:xfrm>
          <a:prstGeom prst="rect">
            <a:avLst/>
          </a:prstGeom>
          <a:noFill/>
        </p:spPr>
        <p:txBody>
          <a:bodyPr wrap="square">
            <a:spAutoFit/>
          </a:bodyPr>
          <a:lstStyle/>
          <a:p>
            <a:endParaRPr lang="en-IN"/>
          </a:p>
          <a:p>
            <a:endParaRPr lang="en-IN"/>
          </a:p>
          <a:p>
            <a:endParaRPr lang="en-IN" dirty="0"/>
          </a:p>
        </p:txBody>
      </p:sp>
      <p:sp>
        <p:nvSpPr>
          <p:cNvPr id="4" name="TextBox 3">
            <a:extLst>
              <a:ext uri="{FF2B5EF4-FFF2-40B4-BE49-F238E27FC236}">
                <a16:creationId xmlns:a16="http://schemas.microsoft.com/office/drawing/2014/main" id="{A566D024-0711-C77E-E9FA-F9F665B43E3B}"/>
              </a:ext>
            </a:extLst>
          </p:cNvPr>
          <p:cNvSpPr txBox="1"/>
          <p:nvPr/>
        </p:nvSpPr>
        <p:spPr>
          <a:xfrm>
            <a:off x="2084438" y="208624"/>
            <a:ext cx="6096000" cy="646331"/>
          </a:xfrm>
          <a:prstGeom prst="rect">
            <a:avLst/>
          </a:prstGeom>
          <a:noFill/>
        </p:spPr>
        <p:txBody>
          <a:bodyPr wrap="square">
            <a:spAutoFit/>
          </a:bodyPr>
          <a:lstStyle/>
          <a:p>
            <a:r>
              <a:rPr lang="en-IN" b="1" dirty="0"/>
              <a:t>Working with JSON</a:t>
            </a:r>
          </a:p>
          <a:p>
            <a:r>
              <a:rPr lang="en-IN" b="1" dirty="0"/>
              <a:t>Local Storage</a:t>
            </a:r>
          </a:p>
        </p:txBody>
      </p:sp>
      <p:sp>
        <p:nvSpPr>
          <p:cNvPr id="8" name="TextBox 7">
            <a:extLst>
              <a:ext uri="{FF2B5EF4-FFF2-40B4-BE49-F238E27FC236}">
                <a16:creationId xmlns:a16="http://schemas.microsoft.com/office/drawing/2014/main" id="{E59E79B3-CD2F-78F0-3788-CC2022E3DD05}"/>
              </a:ext>
            </a:extLst>
          </p:cNvPr>
          <p:cNvSpPr txBox="1"/>
          <p:nvPr/>
        </p:nvSpPr>
        <p:spPr>
          <a:xfrm>
            <a:off x="5791200" y="2266335"/>
            <a:ext cx="6096000" cy="369332"/>
          </a:xfrm>
          <a:prstGeom prst="rect">
            <a:avLst/>
          </a:prstGeom>
          <a:noFill/>
        </p:spPr>
        <p:txBody>
          <a:bodyPr wrap="square">
            <a:spAutoFit/>
          </a:bodyPr>
          <a:lstStyle/>
          <a:p>
            <a:r>
              <a:rPr lang="en-IN" dirty="0"/>
              <a:t> </a:t>
            </a:r>
          </a:p>
        </p:txBody>
      </p:sp>
      <p:sp>
        <p:nvSpPr>
          <p:cNvPr id="5" name="TextBox 4">
            <a:extLst>
              <a:ext uri="{FF2B5EF4-FFF2-40B4-BE49-F238E27FC236}">
                <a16:creationId xmlns:a16="http://schemas.microsoft.com/office/drawing/2014/main" id="{90BDEB63-A978-8193-74F9-E6A09AEFCA2F}"/>
              </a:ext>
            </a:extLst>
          </p:cNvPr>
          <p:cNvSpPr txBox="1"/>
          <p:nvPr/>
        </p:nvSpPr>
        <p:spPr>
          <a:xfrm>
            <a:off x="1366685" y="1151735"/>
            <a:ext cx="5791200" cy="2031325"/>
          </a:xfrm>
          <a:prstGeom prst="rect">
            <a:avLst/>
          </a:prstGeom>
          <a:noFill/>
        </p:spPr>
        <p:txBody>
          <a:bodyPr wrap="square">
            <a:spAutoFit/>
          </a:bodyPr>
          <a:lstStyle/>
          <a:p>
            <a:r>
              <a:rPr lang="en-US" b="1" u="sng" dirty="0"/>
              <a:t>Retrieving JSON from Local Storage</a:t>
            </a:r>
          </a:p>
          <a:p>
            <a:endParaRPr lang="en-US" b="1" u="sng" dirty="0"/>
          </a:p>
          <a:p>
            <a:r>
              <a:rPr lang="en-US" b="1" dirty="0"/>
              <a:t>const </a:t>
            </a:r>
            <a:r>
              <a:rPr lang="en-US" b="1" dirty="0" err="1"/>
              <a:t>storedUser</a:t>
            </a:r>
            <a:r>
              <a:rPr lang="en-US" b="1" dirty="0"/>
              <a:t> = </a:t>
            </a:r>
            <a:r>
              <a:rPr lang="en-US" b="1" dirty="0" err="1"/>
              <a:t>localStorage.getItem</a:t>
            </a:r>
            <a:r>
              <a:rPr lang="en-US" b="1" dirty="0"/>
              <a:t>(“data");</a:t>
            </a:r>
          </a:p>
          <a:p>
            <a:r>
              <a:rPr lang="en-US" b="1" dirty="0"/>
              <a:t>const user = </a:t>
            </a:r>
            <a:r>
              <a:rPr lang="en-US" b="1" dirty="0" err="1"/>
              <a:t>JSON.parse</a:t>
            </a:r>
            <a:r>
              <a:rPr lang="en-US" b="1" dirty="0"/>
              <a:t>(</a:t>
            </a:r>
            <a:r>
              <a:rPr lang="en-US" b="1" dirty="0" err="1"/>
              <a:t>storedUser</a:t>
            </a:r>
            <a:r>
              <a:rPr lang="en-US" b="1" dirty="0"/>
              <a:t>);</a:t>
            </a:r>
          </a:p>
          <a:p>
            <a:endParaRPr lang="en-US" b="1" dirty="0"/>
          </a:p>
          <a:p>
            <a:r>
              <a:rPr lang="en-US" b="1" dirty="0"/>
              <a:t>console.log(data.name); // Output: GLA</a:t>
            </a:r>
          </a:p>
          <a:p>
            <a:pPr algn="l">
              <a:buNone/>
            </a:pPr>
            <a:endParaRPr lang="en-IN" b="1" i="0" dirty="0">
              <a:solidFill>
                <a:srgbClr val="09090B"/>
              </a:solidFill>
              <a:effectLst/>
              <a:latin typeface="Arial" panose="020B0604020202020204" pitchFamily="34" charset="0"/>
            </a:endParaRPr>
          </a:p>
        </p:txBody>
      </p:sp>
    </p:spTree>
    <p:extLst>
      <p:ext uri="{BB962C8B-B14F-4D97-AF65-F5344CB8AC3E}">
        <p14:creationId xmlns:p14="http://schemas.microsoft.com/office/powerpoint/2010/main" val="3703915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1040</TotalTime>
  <Words>1547</Words>
  <Application>Microsoft Office PowerPoint</Application>
  <PresentationFormat>Widescreen</PresentationFormat>
  <Paragraphs>286</Paragraphs>
  <Slides>20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Bahnschrift</vt:lpstr>
      <vt:lpstr>Bahnschrift SemiBold SemiConden</vt:lpstr>
      <vt:lpstr>Calibri</vt:lpstr>
      <vt:lpstr>Calibri Light</vt:lpstr>
      <vt:lpstr>Courier New</vt:lpstr>
      <vt:lpstr>geistMono</vt:lpstr>
      <vt:lpstr>Times New Roman</vt:lpstr>
      <vt:lpstr>ui-monospace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Rajdeep Deb</dc:creator>
  <cp:lastModifiedBy>Saurav Chauhan</cp:lastModifiedBy>
  <cp:revision>11</cp:revision>
  <dcterms:created xsi:type="dcterms:W3CDTF">2025-05-07T07:26:15Z</dcterms:created>
  <dcterms:modified xsi:type="dcterms:W3CDTF">2025-11-09T16:41:48Z</dcterms:modified>
</cp:coreProperties>
</file>