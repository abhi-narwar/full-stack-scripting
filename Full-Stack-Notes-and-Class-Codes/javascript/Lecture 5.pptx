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147472878" r:id="rId2"/>
    <p:sldId id="2147472879" r:id="rId3"/>
    <p:sldId id="2147472887" r:id="rId4"/>
    <p:sldId id="2147472888" r:id="rId5"/>
    <p:sldId id="2147472890" r:id="rId6"/>
    <p:sldId id="2147472882" r:id="rId7"/>
    <p:sldId id="2147472880" r:id="rId8"/>
    <p:sldId id="2147472883" r:id="rId9"/>
    <p:sldId id="2147472884" r:id="rId10"/>
    <p:sldId id="2147472885" r:id="rId11"/>
    <p:sldId id="2147472886" r:id="rId12"/>
    <p:sldId id="214747288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2260" userDrawn="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D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5C4B80-7759-4638-96D7-A762FE2DC547}" v="100" dt="2025-11-04T18:45:14.0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>
        <p:guide orient="horz" pos="2160"/>
        <p:guide orient="horz" pos="22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urav Chauhan" userId="bc59c218e3e1523e" providerId="LiveId" clId="{98C990A7-2917-4BC7-8DB5-839CFEDE3EB6}"/>
    <pc:docChg chg="undo custSel addSld delSld modSld sldOrd">
      <pc:chgData name="Saurav Chauhan" userId="bc59c218e3e1523e" providerId="LiveId" clId="{98C990A7-2917-4BC7-8DB5-839CFEDE3EB6}" dt="2025-11-04T18:46:03.371" v="784" actId="20577"/>
      <pc:docMkLst>
        <pc:docMk/>
      </pc:docMkLst>
      <pc:sldChg chg="modSp mod">
        <pc:chgData name="Saurav Chauhan" userId="bc59c218e3e1523e" providerId="LiveId" clId="{98C990A7-2917-4BC7-8DB5-839CFEDE3EB6}" dt="2025-11-04T17:17:04.933" v="18" actId="20577"/>
        <pc:sldMkLst>
          <pc:docMk/>
          <pc:sldMk cId="4250947551" sldId="2147472878"/>
        </pc:sldMkLst>
        <pc:spChg chg="mod">
          <ac:chgData name="Saurav Chauhan" userId="bc59c218e3e1523e" providerId="LiveId" clId="{98C990A7-2917-4BC7-8DB5-839CFEDE3EB6}" dt="2025-11-04T17:17:04.933" v="18" actId="20577"/>
          <ac:spMkLst>
            <pc:docMk/>
            <pc:sldMk cId="4250947551" sldId="2147472878"/>
            <ac:spMk id="5" creationId="{680A2213-9191-FA18-A9D2-8F712EE7D87D}"/>
          </ac:spMkLst>
        </pc:spChg>
      </pc:sldChg>
      <pc:sldChg chg="modSp mod">
        <pc:chgData name="Saurav Chauhan" userId="bc59c218e3e1523e" providerId="LiveId" clId="{98C990A7-2917-4BC7-8DB5-839CFEDE3EB6}" dt="2025-11-04T17:20:59.743" v="49"/>
        <pc:sldMkLst>
          <pc:docMk/>
          <pc:sldMk cId="716685192" sldId="2147472879"/>
        </pc:sldMkLst>
        <pc:spChg chg="mod">
          <ac:chgData name="Saurav Chauhan" userId="bc59c218e3e1523e" providerId="LiveId" clId="{98C990A7-2917-4BC7-8DB5-839CFEDE3EB6}" dt="2025-11-04T17:20:24.699" v="47" actId="255"/>
          <ac:spMkLst>
            <pc:docMk/>
            <pc:sldMk cId="716685192" sldId="2147472879"/>
            <ac:spMk id="4" creationId="{81C2B2B0-1801-E26B-4146-DBAB4371C7F6}"/>
          </ac:spMkLst>
        </pc:spChg>
        <pc:spChg chg="mod">
          <ac:chgData name="Saurav Chauhan" userId="bc59c218e3e1523e" providerId="LiveId" clId="{98C990A7-2917-4BC7-8DB5-839CFEDE3EB6}" dt="2025-11-04T17:20:59.743" v="49"/>
          <ac:spMkLst>
            <pc:docMk/>
            <pc:sldMk cId="716685192" sldId="2147472879"/>
            <ac:spMk id="5" creationId="{7131B130-EA7C-5D2F-ADFE-20E09D049E20}"/>
          </ac:spMkLst>
        </pc:spChg>
      </pc:sldChg>
      <pc:sldChg chg="addSp delSp modSp mod">
        <pc:chgData name="Saurav Chauhan" userId="bc59c218e3e1523e" providerId="LiveId" clId="{98C990A7-2917-4BC7-8DB5-839CFEDE3EB6}" dt="2025-11-04T17:54:22.443" v="227" actId="20577"/>
        <pc:sldMkLst>
          <pc:docMk/>
          <pc:sldMk cId="3283147858" sldId="2147472880"/>
        </pc:sldMkLst>
        <pc:spChg chg="del mod">
          <ac:chgData name="Saurav Chauhan" userId="bc59c218e3e1523e" providerId="LiveId" clId="{98C990A7-2917-4BC7-8DB5-839CFEDE3EB6}" dt="2025-11-04T17:24:08.903" v="86" actId="478"/>
          <ac:spMkLst>
            <pc:docMk/>
            <pc:sldMk cId="3283147858" sldId="2147472880"/>
            <ac:spMk id="3" creationId="{1A583CAC-AE94-7600-BB00-8405D2B5851E}"/>
          </ac:spMkLst>
        </pc:spChg>
        <pc:spChg chg="del mod">
          <ac:chgData name="Saurav Chauhan" userId="bc59c218e3e1523e" providerId="LiveId" clId="{98C990A7-2917-4BC7-8DB5-839CFEDE3EB6}" dt="2025-11-04T17:24:08.905" v="88"/>
          <ac:spMkLst>
            <pc:docMk/>
            <pc:sldMk cId="3283147858" sldId="2147472880"/>
            <ac:spMk id="4" creationId="{4173A64C-D29E-675C-4092-73ABF7B4DAF6}"/>
          </ac:spMkLst>
        </pc:spChg>
        <pc:spChg chg="add del mod">
          <ac:chgData name="Saurav Chauhan" userId="bc59c218e3e1523e" providerId="LiveId" clId="{98C990A7-2917-4BC7-8DB5-839CFEDE3EB6}" dt="2025-11-04T17:51:37.821" v="135"/>
          <ac:spMkLst>
            <pc:docMk/>
            <pc:sldMk cId="3283147858" sldId="2147472880"/>
            <ac:spMk id="5" creationId="{A9010551-20A1-E782-606C-8308B553FAD7}"/>
          </ac:spMkLst>
        </pc:spChg>
        <pc:spChg chg="add mod">
          <ac:chgData name="Saurav Chauhan" userId="bc59c218e3e1523e" providerId="LiveId" clId="{98C990A7-2917-4BC7-8DB5-839CFEDE3EB6}" dt="2025-11-04T17:54:22.443" v="227" actId="20577"/>
          <ac:spMkLst>
            <pc:docMk/>
            <pc:sldMk cId="3283147858" sldId="2147472880"/>
            <ac:spMk id="7" creationId="{46A03E0A-9D8C-9B77-8E2B-47C537721B3D}"/>
          </ac:spMkLst>
        </pc:spChg>
        <pc:spChg chg="add mod">
          <ac:chgData name="Saurav Chauhan" userId="bc59c218e3e1523e" providerId="LiveId" clId="{98C990A7-2917-4BC7-8DB5-839CFEDE3EB6}" dt="2025-11-04T17:53:50.918" v="171" actId="1076"/>
          <ac:spMkLst>
            <pc:docMk/>
            <pc:sldMk cId="3283147858" sldId="2147472880"/>
            <ac:spMk id="9" creationId="{F2FE12BE-F083-62FB-096A-097006AE9669}"/>
          </ac:spMkLst>
        </pc:spChg>
      </pc:sldChg>
      <pc:sldChg chg="addSp delSp modSp mod">
        <pc:chgData name="Saurav Chauhan" userId="bc59c218e3e1523e" providerId="LiveId" clId="{98C990A7-2917-4BC7-8DB5-839CFEDE3EB6}" dt="2025-11-04T17:52:18.987" v="160" actId="20577"/>
        <pc:sldMkLst>
          <pc:docMk/>
          <pc:sldMk cId="446405688" sldId="2147472882"/>
        </pc:sldMkLst>
        <pc:spChg chg="add mod">
          <ac:chgData name="Saurav Chauhan" userId="bc59c218e3e1523e" providerId="LiveId" clId="{98C990A7-2917-4BC7-8DB5-839CFEDE3EB6}" dt="2025-11-04T17:52:18.987" v="160" actId="20577"/>
          <ac:spMkLst>
            <pc:docMk/>
            <pc:sldMk cId="446405688" sldId="2147472882"/>
            <ac:spMk id="4" creationId="{9E815352-A235-3A96-F047-5395F80FAEA3}"/>
          </ac:spMkLst>
        </pc:spChg>
        <pc:spChg chg="del mod">
          <ac:chgData name="Saurav Chauhan" userId="bc59c218e3e1523e" providerId="LiveId" clId="{98C990A7-2917-4BC7-8DB5-839CFEDE3EB6}" dt="2025-11-04T17:21:53.277" v="59"/>
          <ac:spMkLst>
            <pc:docMk/>
            <pc:sldMk cId="446405688" sldId="2147472882"/>
            <ac:spMk id="5" creationId="{F3F3CCA3-3602-722F-EADA-37D9004C99F5}"/>
          </ac:spMkLst>
        </pc:spChg>
        <pc:spChg chg="add mod">
          <ac:chgData name="Saurav Chauhan" userId="bc59c218e3e1523e" providerId="LiveId" clId="{98C990A7-2917-4BC7-8DB5-839CFEDE3EB6}" dt="2025-11-04T17:23:47.553" v="81" actId="1076"/>
          <ac:spMkLst>
            <pc:docMk/>
            <pc:sldMk cId="446405688" sldId="2147472882"/>
            <ac:spMk id="7" creationId="{E537328C-B93F-38D3-E23C-33068CC4626A}"/>
          </ac:spMkLst>
        </pc:spChg>
        <pc:spChg chg="add del mod">
          <ac:chgData name="Saurav Chauhan" userId="bc59c218e3e1523e" providerId="LiveId" clId="{98C990A7-2917-4BC7-8DB5-839CFEDE3EB6}" dt="2025-11-04T17:25:27.511" v="94" actId="478"/>
          <ac:spMkLst>
            <pc:docMk/>
            <pc:sldMk cId="446405688" sldId="2147472882"/>
            <ac:spMk id="9" creationId="{AE096A32-17F6-180E-FE4D-6E79280228DD}"/>
          </ac:spMkLst>
        </pc:spChg>
        <pc:graphicFrameChg chg="del mod modGraphic">
          <ac:chgData name="Saurav Chauhan" userId="bc59c218e3e1523e" providerId="LiveId" clId="{98C990A7-2917-4BC7-8DB5-839CFEDE3EB6}" dt="2025-11-04T17:21:53.274" v="57" actId="478"/>
          <ac:graphicFrameMkLst>
            <pc:docMk/>
            <pc:sldMk cId="446405688" sldId="2147472882"/>
            <ac:graphicFrameMk id="2" creationId="{5869C4FF-1F12-F3C2-6E75-B5F3C2C62D29}"/>
          </ac:graphicFrameMkLst>
        </pc:graphicFrameChg>
      </pc:sldChg>
      <pc:sldChg chg="addSp delSp modSp add mod">
        <pc:chgData name="Saurav Chauhan" userId="bc59c218e3e1523e" providerId="LiveId" clId="{98C990A7-2917-4BC7-8DB5-839CFEDE3EB6}" dt="2025-11-04T17:56:39.471" v="242" actId="2711"/>
        <pc:sldMkLst>
          <pc:docMk/>
          <pc:sldMk cId="3919348241" sldId="2147472883"/>
        </pc:sldMkLst>
        <pc:spChg chg="add mod">
          <ac:chgData name="Saurav Chauhan" userId="bc59c218e3e1523e" providerId="LiveId" clId="{98C990A7-2917-4BC7-8DB5-839CFEDE3EB6}" dt="2025-11-04T17:53:37.324" v="168" actId="14100"/>
          <ac:spMkLst>
            <pc:docMk/>
            <pc:sldMk cId="3919348241" sldId="2147472883"/>
            <ac:spMk id="3" creationId="{49301BCF-17EB-B5AF-6DB7-44610C41595D}"/>
          </ac:spMkLst>
        </pc:spChg>
        <pc:spChg chg="add mod">
          <ac:chgData name="Saurav Chauhan" userId="bc59c218e3e1523e" providerId="LiveId" clId="{98C990A7-2917-4BC7-8DB5-839CFEDE3EB6}" dt="2025-11-04T17:56:39.471" v="242" actId="2711"/>
          <ac:spMkLst>
            <pc:docMk/>
            <pc:sldMk cId="3919348241" sldId="2147472883"/>
            <ac:spMk id="5" creationId="{FF626FE8-8147-3F46-3D7B-2264D3E6656D}"/>
          </ac:spMkLst>
        </pc:spChg>
        <pc:spChg chg="del mod">
          <ac:chgData name="Saurav Chauhan" userId="bc59c218e3e1523e" providerId="LiveId" clId="{98C990A7-2917-4BC7-8DB5-839CFEDE3EB6}" dt="2025-11-04T17:53:25.698" v="165"/>
          <ac:spMkLst>
            <pc:docMk/>
            <pc:sldMk cId="3919348241" sldId="2147472883"/>
            <ac:spMk id="7" creationId="{01C61498-361D-9D9B-60C0-FE363B10C918}"/>
          </ac:spMkLst>
        </pc:spChg>
      </pc:sldChg>
      <pc:sldChg chg="addSp delSp modSp add mod">
        <pc:chgData name="Saurav Chauhan" userId="bc59c218e3e1523e" providerId="LiveId" clId="{98C990A7-2917-4BC7-8DB5-839CFEDE3EB6}" dt="2025-11-04T17:59:53.569" v="268" actId="207"/>
        <pc:sldMkLst>
          <pc:docMk/>
          <pc:sldMk cId="3363358955" sldId="2147472884"/>
        </pc:sldMkLst>
        <pc:spChg chg="mod">
          <ac:chgData name="Saurav Chauhan" userId="bc59c218e3e1523e" providerId="LiveId" clId="{98C990A7-2917-4BC7-8DB5-839CFEDE3EB6}" dt="2025-11-04T17:57:38.352" v="253" actId="255"/>
          <ac:spMkLst>
            <pc:docMk/>
            <pc:sldMk cId="3363358955" sldId="2147472884"/>
            <ac:spMk id="3" creationId="{9F2148AC-8643-F34F-FC1C-48E8985FDD76}"/>
          </ac:spMkLst>
        </pc:spChg>
        <pc:spChg chg="add mod">
          <ac:chgData name="Saurav Chauhan" userId="bc59c218e3e1523e" providerId="LiveId" clId="{98C990A7-2917-4BC7-8DB5-839CFEDE3EB6}" dt="2025-11-04T17:59:32.345" v="263" actId="1076"/>
          <ac:spMkLst>
            <pc:docMk/>
            <pc:sldMk cId="3363358955" sldId="2147472884"/>
            <ac:spMk id="4" creationId="{A5DFAC9B-6A87-EACD-B900-B1E9B232AC55}"/>
          </ac:spMkLst>
        </pc:spChg>
        <pc:spChg chg="del mod">
          <ac:chgData name="Saurav Chauhan" userId="bc59c218e3e1523e" providerId="LiveId" clId="{98C990A7-2917-4BC7-8DB5-839CFEDE3EB6}" dt="2025-11-04T17:57:39.969" v="255"/>
          <ac:spMkLst>
            <pc:docMk/>
            <pc:sldMk cId="3363358955" sldId="2147472884"/>
            <ac:spMk id="5" creationId="{754F3126-BC8B-83AD-EE08-B1FD5381B598}"/>
          </ac:spMkLst>
        </pc:spChg>
        <pc:spChg chg="add mod">
          <ac:chgData name="Saurav Chauhan" userId="bc59c218e3e1523e" providerId="LiveId" clId="{98C990A7-2917-4BC7-8DB5-839CFEDE3EB6}" dt="2025-11-04T17:59:53.569" v="268" actId="207"/>
          <ac:spMkLst>
            <pc:docMk/>
            <pc:sldMk cId="3363358955" sldId="2147472884"/>
            <ac:spMk id="7" creationId="{E9869A57-D836-1BD4-B10F-A31B9EFD49BD}"/>
          </ac:spMkLst>
        </pc:spChg>
      </pc:sldChg>
      <pc:sldChg chg="addSp delSp modSp add mod">
        <pc:chgData name="Saurav Chauhan" userId="bc59c218e3e1523e" providerId="LiveId" clId="{98C990A7-2917-4BC7-8DB5-839CFEDE3EB6}" dt="2025-11-04T18:03:16.406" v="317" actId="20577"/>
        <pc:sldMkLst>
          <pc:docMk/>
          <pc:sldMk cId="2130509064" sldId="2147472885"/>
        </pc:sldMkLst>
        <pc:spChg chg="mod">
          <ac:chgData name="Saurav Chauhan" userId="bc59c218e3e1523e" providerId="LiveId" clId="{98C990A7-2917-4BC7-8DB5-839CFEDE3EB6}" dt="2025-11-04T18:00:53.550" v="282" actId="2711"/>
          <ac:spMkLst>
            <pc:docMk/>
            <pc:sldMk cId="2130509064" sldId="2147472885"/>
            <ac:spMk id="3" creationId="{6B0D2930-2C8D-A485-98CB-DED18670D3F9}"/>
          </ac:spMkLst>
        </pc:spChg>
        <pc:spChg chg="del mod">
          <ac:chgData name="Saurav Chauhan" userId="bc59c218e3e1523e" providerId="LiveId" clId="{98C990A7-2917-4BC7-8DB5-839CFEDE3EB6}" dt="2025-11-04T18:00:13.443" v="275"/>
          <ac:spMkLst>
            <pc:docMk/>
            <pc:sldMk cId="2130509064" sldId="2147472885"/>
            <ac:spMk id="4" creationId="{B304E6A6-EF1B-A22C-1658-B089FBF496A2}"/>
          </ac:spMkLst>
        </pc:spChg>
        <pc:spChg chg="add mod">
          <ac:chgData name="Saurav Chauhan" userId="bc59c218e3e1523e" providerId="LiveId" clId="{98C990A7-2917-4BC7-8DB5-839CFEDE3EB6}" dt="2025-11-04T18:03:16.406" v="317" actId="20577"/>
          <ac:spMkLst>
            <pc:docMk/>
            <pc:sldMk cId="2130509064" sldId="2147472885"/>
            <ac:spMk id="5" creationId="{4517F710-B257-4242-BFA3-0470318E89B2}"/>
          </ac:spMkLst>
        </pc:spChg>
        <pc:spChg chg="del mod">
          <ac:chgData name="Saurav Chauhan" userId="bc59c218e3e1523e" providerId="LiveId" clId="{98C990A7-2917-4BC7-8DB5-839CFEDE3EB6}" dt="2025-11-04T18:00:13.441" v="273"/>
          <ac:spMkLst>
            <pc:docMk/>
            <pc:sldMk cId="2130509064" sldId="2147472885"/>
            <ac:spMk id="7" creationId="{34E5AB18-78C0-B66B-584F-CC7CB93BE34A}"/>
          </ac:spMkLst>
        </pc:spChg>
      </pc:sldChg>
      <pc:sldChg chg="addSp delSp modSp add mod">
        <pc:chgData name="Saurav Chauhan" userId="bc59c218e3e1523e" providerId="LiveId" clId="{98C990A7-2917-4BC7-8DB5-839CFEDE3EB6}" dt="2025-11-04T18:25:38.461" v="347" actId="21"/>
        <pc:sldMkLst>
          <pc:docMk/>
          <pc:sldMk cId="1544866013" sldId="2147472886"/>
        </pc:sldMkLst>
        <pc:spChg chg="del mod">
          <ac:chgData name="Saurav Chauhan" userId="bc59c218e3e1523e" providerId="LiveId" clId="{98C990A7-2917-4BC7-8DB5-839CFEDE3EB6}" dt="2025-11-04T18:03:00.189" v="306"/>
          <ac:spMkLst>
            <pc:docMk/>
            <pc:sldMk cId="1544866013" sldId="2147472886"/>
            <ac:spMk id="3" creationId="{2E66E207-29D9-1D32-47F1-8903632BF872}"/>
          </ac:spMkLst>
        </pc:spChg>
        <pc:spChg chg="add mod">
          <ac:chgData name="Saurav Chauhan" userId="bc59c218e3e1523e" providerId="LiveId" clId="{98C990A7-2917-4BC7-8DB5-839CFEDE3EB6}" dt="2025-11-04T18:25:38.461" v="347" actId="21"/>
          <ac:spMkLst>
            <pc:docMk/>
            <pc:sldMk cId="1544866013" sldId="2147472886"/>
            <ac:spMk id="3" creationId="{68263A1A-5853-A107-830D-796F9A4E117A}"/>
          </ac:spMkLst>
        </pc:spChg>
        <pc:spChg chg="mod">
          <ac:chgData name="Saurav Chauhan" userId="bc59c218e3e1523e" providerId="LiveId" clId="{98C990A7-2917-4BC7-8DB5-839CFEDE3EB6}" dt="2025-11-04T18:16:29.323" v="341" actId="20577"/>
          <ac:spMkLst>
            <pc:docMk/>
            <pc:sldMk cId="1544866013" sldId="2147472886"/>
            <ac:spMk id="5" creationId="{F17E2D18-C541-9E5E-021C-1BB15D06EB3C}"/>
          </ac:spMkLst>
        </pc:spChg>
      </pc:sldChg>
      <pc:sldChg chg="new del">
        <pc:chgData name="Saurav Chauhan" userId="bc59c218e3e1523e" providerId="LiveId" clId="{98C990A7-2917-4BC7-8DB5-839CFEDE3EB6}" dt="2025-11-04T18:15:54.025" v="329" actId="680"/>
        <pc:sldMkLst>
          <pc:docMk/>
          <pc:sldMk cId="1151511918" sldId="2147472887"/>
        </pc:sldMkLst>
      </pc:sldChg>
      <pc:sldChg chg="addSp modSp add mod">
        <pc:chgData name="Saurav Chauhan" userId="bc59c218e3e1523e" providerId="LiveId" clId="{98C990A7-2917-4BC7-8DB5-839CFEDE3EB6}" dt="2025-11-04T18:28:02.306" v="440"/>
        <pc:sldMkLst>
          <pc:docMk/>
          <pc:sldMk cId="1167281665" sldId="2147472887"/>
        </pc:sldMkLst>
        <pc:spChg chg="add mod">
          <ac:chgData name="Saurav Chauhan" userId="bc59c218e3e1523e" providerId="LiveId" clId="{98C990A7-2917-4BC7-8DB5-839CFEDE3EB6}" dt="2025-11-04T18:28:02.306" v="440"/>
          <ac:spMkLst>
            <pc:docMk/>
            <pc:sldMk cId="1167281665" sldId="2147472887"/>
            <ac:spMk id="3" creationId="{35184F6D-1BAE-866E-A5D3-63212EC4DDCF}"/>
          </ac:spMkLst>
        </pc:spChg>
        <pc:spChg chg="mod">
          <ac:chgData name="Saurav Chauhan" userId="bc59c218e3e1523e" providerId="LiveId" clId="{98C990A7-2917-4BC7-8DB5-839CFEDE3EB6}" dt="2025-11-04T18:27:08.168" v="425" actId="20577"/>
          <ac:spMkLst>
            <pc:docMk/>
            <pc:sldMk cId="1167281665" sldId="2147472887"/>
            <ac:spMk id="5" creationId="{BCD44F9B-423B-8445-1065-065D9C98032D}"/>
          </ac:spMkLst>
        </pc:spChg>
      </pc:sldChg>
      <pc:sldChg chg="modSp add mod">
        <pc:chgData name="Saurav Chauhan" userId="bc59c218e3e1523e" providerId="LiveId" clId="{98C990A7-2917-4BC7-8DB5-839CFEDE3EB6}" dt="2025-11-04T18:28:34.067" v="462" actId="20577"/>
        <pc:sldMkLst>
          <pc:docMk/>
          <pc:sldMk cId="2357405991" sldId="2147472888"/>
        </pc:sldMkLst>
        <pc:spChg chg="mod">
          <ac:chgData name="Saurav Chauhan" userId="bc59c218e3e1523e" providerId="LiveId" clId="{98C990A7-2917-4BC7-8DB5-839CFEDE3EB6}" dt="2025-11-04T18:28:34.067" v="462" actId="20577"/>
          <ac:spMkLst>
            <pc:docMk/>
            <pc:sldMk cId="2357405991" sldId="2147472888"/>
            <ac:spMk id="3" creationId="{52481EE3-EBE6-64DD-3308-BF12909BCE96}"/>
          </ac:spMkLst>
        </pc:spChg>
      </pc:sldChg>
      <pc:sldChg chg="addSp delSp modSp add mod">
        <pc:chgData name="Saurav Chauhan" userId="bc59c218e3e1523e" providerId="LiveId" clId="{98C990A7-2917-4BC7-8DB5-839CFEDE3EB6}" dt="2025-11-04T18:32:04.355" v="482"/>
        <pc:sldMkLst>
          <pc:docMk/>
          <pc:sldMk cId="3561515745" sldId="2147472889"/>
        </pc:sldMkLst>
        <pc:spChg chg="del mod">
          <ac:chgData name="Saurav Chauhan" userId="bc59c218e3e1523e" providerId="LiveId" clId="{98C990A7-2917-4BC7-8DB5-839CFEDE3EB6}" dt="2025-11-04T18:32:04.355" v="482"/>
          <ac:spMkLst>
            <pc:docMk/>
            <pc:sldMk cId="3561515745" sldId="2147472889"/>
            <ac:spMk id="5" creationId="{D3EADC49-1DE7-C190-23A4-2E4CABA286AE}"/>
          </ac:spMkLst>
        </pc:spChg>
        <pc:graphicFrameChg chg="add mod modGraphic">
          <ac:chgData name="Saurav Chauhan" userId="bc59c218e3e1523e" providerId="LiveId" clId="{98C990A7-2917-4BC7-8DB5-839CFEDE3EB6}" dt="2025-11-04T18:32:03.326" v="480" actId="113"/>
          <ac:graphicFrameMkLst>
            <pc:docMk/>
            <pc:sldMk cId="3561515745" sldId="2147472889"/>
            <ac:graphicFrameMk id="2" creationId="{79E08256-D570-F3FB-7484-B3EAF04F07D5}"/>
          </ac:graphicFrameMkLst>
        </pc:graphicFrameChg>
      </pc:sldChg>
      <pc:sldChg chg="addSp delSp modSp add mod ord">
        <pc:chgData name="Saurav Chauhan" userId="bc59c218e3e1523e" providerId="LiveId" clId="{98C990A7-2917-4BC7-8DB5-839CFEDE3EB6}" dt="2025-11-04T18:46:03.371" v="784" actId="20577"/>
        <pc:sldMkLst>
          <pc:docMk/>
          <pc:sldMk cId="2739057980" sldId="2147472890"/>
        </pc:sldMkLst>
        <pc:spChg chg="add mod">
          <ac:chgData name="Saurav Chauhan" userId="bc59c218e3e1523e" providerId="LiveId" clId="{98C990A7-2917-4BC7-8DB5-839CFEDE3EB6}" dt="2025-11-04T18:46:03.371" v="784" actId="20577"/>
          <ac:spMkLst>
            <pc:docMk/>
            <pc:sldMk cId="2739057980" sldId="2147472890"/>
            <ac:spMk id="5" creationId="{D3CF528B-5F15-0A91-9CC1-ABCA53B6B4E1}"/>
          </ac:spMkLst>
        </pc:spChg>
        <pc:spChg chg="add del">
          <ac:chgData name="Saurav Chauhan" userId="bc59c218e3e1523e" providerId="LiveId" clId="{98C990A7-2917-4BC7-8DB5-839CFEDE3EB6}" dt="2025-11-04T18:33:30.934" v="493" actId="22"/>
          <ac:spMkLst>
            <pc:docMk/>
            <pc:sldMk cId="2739057980" sldId="2147472890"/>
            <ac:spMk id="7" creationId="{27448D47-216B-97A6-6DA9-98B701F744A6}"/>
          </ac:spMkLst>
        </pc:spChg>
        <pc:spChg chg="add del mod">
          <ac:chgData name="Saurav Chauhan" userId="bc59c218e3e1523e" providerId="LiveId" clId="{98C990A7-2917-4BC7-8DB5-839CFEDE3EB6}" dt="2025-11-04T18:34:05.407" v="504" actId="22"/>
          <ac:spMkLst>
            <pc:docMk/>
            <pc:sldMk cId="2739057980" sldId="2147472890"/>
            <ac:spMk id="9" creationId="{ED679505-6619-A424-7DA2-21716FA7FAC3}"/>
          </ac:spMkLst>
        </pc:spChg>
        <pc:spChg chg="add del mod">
          <ac:chgData name="Saurav Chauhan" userId="bc59c218e3e1523e" providerId="LiveId" clId="{98C990A7-2917-4BC7-8DB5-839CFEDE3EB6}" dt="2025-11-04T18:40:11.881" v="620"/>
          <ac:spMkLst>
            <pc:docMk/>
            <pc:sldMk cId="2739057980" sldId="2147472890"/>
            <ac:spMk id="45" creationId="{C5564DFF-D92D-EFFA-22B1-1CB564DD6BE8}"/>
          </ac:spMkLst>
        </pc:spChg>
        <pc:graphicFrameChg chg="mod modGraphic">
          <ac:chgData name="Saurav Chauhan" userId="bc59c218e3e1523e" providerId="LiveId" clId="{98C990A7-2917-4BC7-8DB5-839CFEDE3EB6}" dt="2025-11-04T18:45:04.208" v="709" actId="20577"/>
          <ac:graphicFrameMkLst>
            <pc:docMk/>
            <pc:sldMk cId="2739057980" sldId="2147472890"/>
            <ac:graphicFrameMk id="2" creationId="{5AD4D2F7-A393-F911-1DA5-A55C2930F7D7}"/>
          </ac:graphicFrameMkLst>
        </pc:graphicFrameChg>
        <pc:graphicFrameChg chg="add mod">
          <ac:chgData name="Saurav Chauhan" userId="bc59c218e3e1523e" providerId="LiveId" clId="{98C990A7-2917-4BC7-8DB5-839CFEDE3EB6}" dt="2025-11-04T18:37:19.357" v="548"/>
          <ac:graphicFrameMkLst>
            <pc:docMk/>
            <pc:sldMk cId="2739057980" sldId="2147472890"/>
            <ac:graphicFrameMk id="10" creationId="{C319AAB1-FE64-D21B-D23D-75EBA48A576C}"/>
          </ac:graphicFrameMkLst>
        </pc:graphicFrameChg>
        <pc:graphicFrameChg chg="add mod">
          <ac:chgData name="Saurav Chauhan" userId="bc59c218e3e1523e" providerId="LiveId" clId="{98C990A7-2917-4BC7-8DB5-839CFEDE3EB6}" dt="2025-11-04T18:37:19.168" v="547"/>
          <ac:graphicFrameMkLst>
            <pc:docMk/>
            <pc:sldMk cId="2739057980" sldId="2147472890"/>
            <ac:graphicFrameMk id="11" creationId="{95B68C69-D12C-9746-E05D-804EE37F2AC5}"/>
          </ac:graphicFrameMkLst>
        </pc:graphicFrameChg>
        <pc:graphicFrameChg chg="add mod">
          <ac:chgData name="Saurav Chauhan" userId="bc59c218e3e1523e" providerId="LiveId" clId="{98C990A7-2917-4BC7-8DB5-839CFEDE3EB6}" dt="2025-11-04T18:37:18.966" v="546"/>
          <ac:graphicFrameMkLst>
            <pc:docMk/>
            <pc:sldMk cId="2739057980" sldId="2147472890"/>
            <ac:graphicFrameMk id="12" creationId="{569EA1C2-5808-0195-8105-1393E3BFE286}"/>
          </ac:graphicFrameMkLst>
        </pc:graphicFrameChg>
        <pc:graphicFrameChg chg="add mod">
          <ac:chgData name="Saurav Chauhan" userId="bc59c218e3e1523e" providerId="LiveId" clId="{98C990A7-2917-4BC7-8DB5-839CFEDE3EB6}" dt="2025-11-04T18:37:18.729" v="545"/>
          <ac:graphicFrameMkLst>
            <pc:docMk/>
            <pc:sldMk cId="2739057980" sldId="2147472890"/>
            <ac:graphicFrameMk id="13" creationId="{12711560-B8AA-1143-2F1C-4F79A7DF0C08}"/>
          </ac:graphicFrameMkLst>
        </pc:graphicFrameChg>
        <pc:graphicFrameChg chg="add del mod">
          <ac:chgData name="Saurav Chauhan" userId="bc59c218e3e1523e" providerId="LiveId" clId="{98C990A7-2917-4BC7-8DB5-839CFEDE3EB6}" dt="2025-11-04T18:39:20.591" v="610" actId="478"/>
          <ac:graphicFrameMkLst>
            <pc:docMk/>
            <pc:sldMk cId="2739057980" sldId="2147472890"/>
            <ac:graphicFrameMk id="14" creationId="{06369243-41E9-6B29-29CF-34937B1486C6}"/>
          </ac:graphicFrameMkLst>
        </pc:graphicFrameChg>
        <pc:graphicFrameChg chg="add del mod modGraphic">
          <ac:chgData name="Saurav Chauhan" userId="bc59c218e3e1523e" providerId="LiveId" clId="{98C990A7-2917-4BC7-8DB5-839CFEDE3EB6}" dt="2025-11-04T18:39:14.979" v="609" actId="478"/>
          <ac:graphicFrameMkLst>
            <pc:docMk/>
            <pc:sldMk cId="2739057980" sldId="2147472890"/>
            <ac:graphicFrameMk id="15" creationId="{085F4456-E106-1219-C2A7-34AD9CC2CEAE}"/>
          </ac:graphicFrameMkLst>
        </pc:graphicFrameChg>
        <pc:graphicFrameChg chg="add del mod">
          <ac:chgData name="Saurav Chauhan" userId="bc59c218e3e1523e" providerId="LiveId" clId="{98C990A7-2917-4BC7-8DB5-839CFEDE3EB6}" dt="2025-11-04T18:39:05.093" v="607" actId="478"/>
          <ac:graphicFrameMkLst>
            <pc:docMk/>
            <pc:sldMk cId="2739057980" sldId="2147472890"/>
            <ac:graphicFrameMk id="16" creationId="{6B7B60AF-73A1-7C00-9793-CC7A899D4D32}"/>
          </ac:graphicFrameMkLst>
        </pc:graphicFrameChg>
        <pc:graphicFrameChg chg="add del mod">
          <ac:chgData name="Saurav Chauhan" userId="bc59c218e3e1523e" providerId="LiveId" clId="{98C990A7-2917-4BC7-8DB5-839CFEDE3EB6}" dt="2025-11-04T18:38:49.619" v="605" actId="478"/>
          <ac:graphicFrameMkLst>
            <pc:docMk/>
            <pc:sldMk cId="2739057980" sldId="2147472890"/>
            <ac:graphicFrameMk id="17" creationId="{B6B34D38-B6C7-BDB1-2190-CEC40F235C4A}"/>
          </ac:graphicFrameMkLst>
        </pc:graphicFrameChg>
        <pc:graphicFrameChg chg="add del mod">
          <ac:chgData name="Saurav Chauhan" userId="bc59c218e3e1523e" providerId="LiveId" clId="{98C990A7-2917-4BC7-8DB5-839CFEDE3EB6}" dt="2025-11-04T18:38:59.355" v="606" actId="478"/>
          <ac:graphicFrameMkLst>
            <pc:docMk/>
            <pc:sldMk cId="2739057980" sldId="2147472890"/>
            <ac:graphicFrameMk id="18" creationId="{9E7963AA-CC68-146C-DC06-8708589DCBA4}"/>
          </ac:graphicFrameMkLst>
        </pc:graphicFrameChg>
        <pc:graphicFrameChg chg="add del mod">
          <ac:chgData name="Saurav Chauhan" userId="bc59c218e3e1523e" providerId="LiveId" clId="{98C990A7-2917-4BC7-8DB5-839CFEDE3EB6}" dt="2025-11-04T18:38:44.724" v="604" actId="478"/>
          <ac:graphicFrameMkLst>
            <pc:docMk/>
            <pc:sldMk cId="2739057980" sldId="2147472890"/>
            <ac:graphicFrameMk id="19" creationId="{2C243C7B-3B3D-25E7-D596-0BCB8F4036F5}"/>
          </ac:graphicFrameMkLst>
        </pc:graphicFrameChg>
        <pc:graphicFrameChg chg="add del mod modGraphic">
          <ac:chgData name="Saurav Chauhan" userId="bc59c218e3e1523e" providerId="LiveId" clId="{98C990A7-2917-4BC7-8DB5-839CFEDE3EB6}" dt="2025-11-04T18:38:39.070" v="603" actId="478"/>
          <ac:graphicFrameMkLst>
            <pc:docMk/>
            <pc:sldMk cId="2739057980" sldId="2147472890"/>
            <ac:graphicFrameMk id="20" creationId="{1790919C-E0B3-D7FA-8FAC-81288CC3C886}"/>
          </ac:graphicFrameMkLst>
        </pc:graphicFrameChg>
        <pc:graphicFrameChg chg="add mod">
          <ac:chgData name="Saurav Chauhan" userId="bc59c218e3e1523e" providerId="LiveId" clId="{98C990A7-2917-4BC7-8DB5-839CFEDE3EB6}" dt="2025-11-04T18:37:40.571" v="598"/>
          <ac:graphicFrameMkLst>
            <pc:docMk/>
            <pc:sldMk cId="2739057980" sldId="2147472890"/>
            <ac:graphicFrameMk id="21" creationId="{A7437ECB-278F-A7B6-6E48-8C4543460EE8}"/>
          </ac:graphicFrameMkLst>
        </pc:graphicFrameChg>
        <pc:graphicFrameChg chg="add mod">
          <ac:chgData name="Saurav Chauhan" userId="bc59c218e3e1523e" providerId="LiveId" clId="{98C990A7-2917-4BC7-8DB5-839CFEDE3EB6}" dt="2025-11-04T18:37:40.348" v="597"/>
          <ac:graphicFrameMkLst>
            <pc:docMk/>
            <pc:sldMk cId="2739057980" sldId="2147472890"/>
            <ac:graphicFrameMk id="22" creationId="{E1D6C97A-CCAA-F4D5-AB34-CC4069505884}"/>
          </ac:graphicFrameMkLst>
        </pc:graphicFrameChg>
        <pc:graphicFrameChg chg="add mod">
          <ac:chgData name="Saurav Chauhan" userId="bc59c218e3e1523e" providerId="LiveId" clId="{98C990A7-2917-4BC7-8DB5-839CFEDE3EB6}" dt="2025-11-04T18:37:40.132" v="596"/>
          <ac:graphicFrameMkLst>
            <pc:docMk/>
            <pc:sldMk cId="2739057980" sldId="2147472890"/>
            <ac:graphicFrameMk id="23" creationId="{ADA4ABFA-957D-CCD5-EE43-C07920DFB571}"/>
          </ac:graphicFrameMkLst>
        </pc:graphicFrameChg>
        <pc:graphicFrameChg chg="add mod">
          <ac:chgData name="Saurav Chauhan" userId="bc59c218e3e1523e" providerId="LiveId" clId="{98C990A7-2917-4BC7-8DB5-839CFEDE3EB6}" dt="2025-11-04T18:37:39.900" v="595"/>
          <ac:graphicFrameMkLst>
            <pc:docMk/>
            <pc:sldMk cId="2739057980" sldId="2147472890"/>
            <ac:graphicFrameMk id="24" creationId="{FBF332C5-44FC-5F1D-2933-35B80DB57E9F}"/>
          </ac:graphicFrameMkLst>
        </pc:graphicFrameChg>
        <pc:graphicFrameChg chg="add mod">
          <ac:chgData name="Saurav Chauhan" userId="bc59c218e3e1523e" providerId="LiveId" clId="{98C990A7-2917-4BC7-8DB5-839CFEDE3EB6}" dt="2025-11-04T18:37:39.661" v="594"/>
          <ac:graphicFrameMkLst>
            <pc:docMk/>
            <pc:sldMk cId="2739057980" sldId="2147472890"/>
            <ac:graphicFrameMk id="25" creationId="{C1B6C13B-7086-A5B4-3D86-E9D6340A7823}"/>
          </ac:graphicFrameMkLst>
        </pc:graphicFrameChg>
        <pc:graphicFrameChg chg="add mod">
          <ac:chgData name="Saurav Chauhan" userId="bc59c218e3e1523e" providerId="LiveId" clId="{98C990A7-2917-4BC7-8DB5-839CFEDE3EB6}" dt="2025-11-04T18:37:39.391" v="593"/>
          <ac:graphicFrameMkLst>
            <pc:docMk/>
            <pc:sldMk cId="2739057980" sldId="2147472890"/>
            <ac:graphicFrameMk id="26" creationId="{0F8196FA-A7B6-C6A7-B9D4-BF0B0C13DC3A}"/>
          </ac:graphicFrameMkLst>
        </pc:graphicFrameChg>
        <pc:graphicFrameChg chg="add mod">
          <ac:chgData name="Saurav Chauhan" userId="bc59c218e3e1523e" providerId="LiveId" clId="{98C990A7-2917-4BC7-8DB5-839CFEDE3EB6}" dt="2025-11-04T18:37:39.153" v="592"/>
          <ac:graphicFrameMkLst>
            <pc:docMk/>
            <pc:sldMk cId="2739057980" sldId="2147472890"/>
            <ac:graphicFrameMk id="27" creationId="{FCAFE21D-DB8A-DC56-7D93-B30CBB4DB131}"/>
          </ac:graphicFrameMkLst>
        </pc:graphicFrameChg>
        <pc:graphicFrameChg chg="add mod">
          <ac:chgData name="Saurav Chauhan" userId="bc59c218e3e1523e" providerId="LiveId" clId="{98C990A7-2917-4BC7-8DB5-839CFEDE3EB6}" dt="2025-11-04T18:37:38.913" v="591"/>
          <ac:graphicFrameMkLst>
            <pc:docMk/>
            <pc:sldMk cId="2739057980" sldId="2147472890"/>
            <ac:graphicFrameMk id="28" creationId="{E31D507F-4122-44F6-8F00-699B013F52AA}"/>
          </ac:graphicFrameMkLst>
        </pc:graphicFrameChg>
        <pc:graphicFrameChg chg="add mod">
          <ac:chgData name="Saurav Chauhan" userId="bc59c218e3e1523e" providerId="LiveId" clId="{98C990A7-2917-4BC7-8DB5-839CFEDE3EB6}" dt="2025-11-04T18:37:38.668" v="590"/>
          <ac:graphicFrameMkLst>
            <pc:docMk/>
            <pc:sldMk cId="2739057980" sldId="2147472890"/>
            <ac:graphicFrameMk id="29" creationId="{F2237CD0-352A-D99C-235D-449DC11E1067}"/>
          </ac:graphicFrameMkLst>
        </pc:graphicFrameChg>
        <pc:graphicFrameChg chg="add mod">
          <ac:chgData name="Saurav Chauhan" userId="bc59c218e3e1523e" providerId="LiveId" clId="{98C990A7-2917-4BC7-8DB5-839CFEDE3EB6}" dt="2025-11-04T18:37:38.446" v="589"/>
          <ac:graphicFrameMkLst>
            <pc:docMk/>
            <pc:sldMk cId="2739057980" sldId="2147472890"/>
            <ac:graphicFrameMk id="30" creationId="{BE43E69D-1A2E-A627-B728-293050CE93AE}"/>
          </ac:graphicFrameMkLst>
        </pc:graphicFrameChg>
        <pc:graphicFrameChg chg="add mod">
          <ac:chgData name="Saurav Chauhan" userId="bc59c218e3e1523e" providerId="LiveId" clId="{98C990A7-2917-4BC7-8DB5-839CFEDE3EB6}" dt="2025-11-04T18:37:38.188" v="588"/>
          <ac:graphicFrameMkLst>
            <pc:docMk/>
            <pc:sldMk cId="2739057980" sldId="2147472890"/>
            <ac:graphicFrameMk id="31" creationId="{B748A1F9-6DEF-9F02-8D47-EB4DF63D28AB}"/>
          </ac:graphicFrameMkLst>
        </pc:graphicFrameChg>
        <pc:graphicFrameChg chg="add mod">
          <ac:chgData name="Saurav Chauhan" userId="bc59c218e3e1523e" providerId="LiveId" clId="{98C990A7-2917-4BC7-8DB5-839CFEDE3EB6}" dt="2025-11-04T18:37:37.937" v="587"/>
          <ac:graphicFrameMkLst>
            <pc:docMk/>
            <pc:sldMk cId="2739057980" sldId="2147472890"/>
            <ac:graphicFrameMk id="32" creationId="{A03FAF89-D3C2-2DD1-BBA7-54D34AC8C9E4}"/>
          </ac:graphicFrameMkLst>
        </pc:graphicFrameChg>
        <pc:graphicFrameChg chg="add mod">
          <ac:chgData name="Saurav Chauhan" userId="bc59c218e3e1523e" providerId="LiveId" clId="{98C990A7-2917-4BC7-8DB5-839CFEDE3EB6}" dt="2025-11-04T18:37:37.695" v="586"/>
          <ac:graphicFrameMkLst>
            <pc:docMk/>
            <pc:sldMk cId="2739057980" sldId="2147472890"/>
            <ac:graphicFrameMk id="33" creationId="{D90BCE47-AB1E-EF9C-C976-1AAD7B4BC3F2}"/>
          </ac:graphicFrameMkLst>
        </pc:graphicFrameChg>
        <pc:graphicFrameChg chg="add mod">
          <ac:chgData name="Saurav Chauhan" userId="bc59c218e3e1523e" providerId="LiveId" clId="{98C990A7-2917-4BC7-8DB5-839CFEDE3EB6}" dt="2025-11-04T18:37:37.481" v="585"/>
          <ac:graphicFrameMkLst>
            <pc:docMk/>
            <pc:sldMk cId="2739057980" sldId="2147472890"/>
            <ac:graphicFrameMk id="34" creationId="{BDFEC4F9-7303-D482-559C-913F518F832F}"/>
          </ac:graphicFrameMkLst>
        </pc:graphicFrameChg>
        <pc:graphicFrameChg chg="add mod">
          <ac:chgData name="Saurav Chauhan" userId="bc59c218e3e1523e" providerId="LiveId" clId="{98C990A7-2917-4BC7-8DB5-839CFEDE3EB6}" dt="2025-11-04T18:37:37.250" v="584"/>
          <ac:graphicFrameMkLst>
            <pc:docMk/>
            <pc:sldMk cId="2739057980" sldId="2147472890"/>
            <ac:graphicFrameMk id="35" creationId="{69C30C7C-1379-C5E4-7A69-990B9BD8DA49}"/>
          </ac:graphicFrameMkLst>
        </pc:graphicFrameChg>
        <pc:graphicFrameChg chg="add mod">
          <ac:chgData name="Saurav Chauhan" userId="bc59c218e3e1523e" providerId="LiveId" clId="{98C990A7-2917-4BC7-8DB5-839CFEDE3EB6}" dt="2025-11-04T18:37:37.044" v="583"/>
          <ac:graphicFrameMkLst>
            <pc:docMk/>
            <pc:sldMk cId="2739057980" sldId="2147472890"/>
            <ac:graphicFrameMk id="36" creationId="{0769F200-D65E-2202-2F91-EE951D9A2671}"/>
          </ac:graphicFrameMkLst>
        </pc:graphicFrameChg>
        <pc:graphicFrameChg chg="add mod">
          <ac:chgData name="Saurav Chauhan" userId="bc59c218e3e1523e" providerId="LiveId" clId="{98C990A7-2917-4BC7-8DB5-839CFEDE3EB6}" dt="2025-11-04T18:37:36.846" v="582"/>
          <ac:graphicFrameMkLst>
            <pc:docMk/>
            <pc:sldMk cId="2739057980" sldId="2147472890"/>
            <ac:graphicFrameMk id="37" creationId="{723EDC93-5EAF-AE30-E076-84C5B670DABA}"/>
          </ac:graphicFrameMkLst>
        </pc:graphicFrameChg>
        <pc:graphicFrameChg chg="add mod">
          <ac:chgData name="Saurav Chauhan" userId="bc59c218e3e1523e" providerId="LiveId" clId="{98C990A7-2917-4BC7-8DB5-839CFEDE3EB6}" dt="2025-11-04T18:37:36.625" v="581"/>
          <ac:graphicFrameMkLst>
            <pc:docMk/>
            <pc:sldMk cId="2739057980" sldId="2147472890"/>
            <ac:graphicFrameMk id="38" creationId="{240A0658-07D0-D384-C881-7C0DF479D185}"/>
          </ac:graphicFrameMkLst>
        </pc:graphicFrameChg>
        <pc:graphicFrameChg chg="add mod">
          <ac:chgData name="Saurav Chauhan" userId="bc59c218e3e1523e" providerId="LiveId" clId="{98C990A7-2917-4BC7-8DB5-839CFEDE3EB6}" dt="2025-11-04T18:37:36.414" v="580"/>
          <ac:graphicFrameMkLst>
            <pc:docMk/>
            <pc:sldMk cId="2739057980" sldId="2147472890"/>
            <ac:graphicFrameMk id="39" creationId="{DF846CAD-17A2-A302-5845-BFEB29530787}"/>
          </ac:graphicFrameMkLst>
        </pc:graphicFrameChg>
        <pc:graphicFrameChg chg="add mod">
          <ac:chgData name="Saurav Chauhan" userId="bc59c218e3e1523e" providerId="LiveId" clId="{98C990A7-2917-4BC7-8DB5-839CFEDE3EB6}" dt="2025-11-04T18:37:36.184" v="579"/>
          <ac:graphicFrameMkLst>
            <pc:docMk/>
            <pc:sldMk cId="2739057980" sldId="2147472890"/>
            <ac:graphicFrameMk id="40" creationId="{6ED08A50-23D8-C610-0228-5BB93AE32DD3}"/>
          </ac:graphicFrameMkLst>
        </pc:graphicFrameChg>
        <pc:graphicFrameChg chg="add mod modGraphic">
          <ac:chgData name="Saurav Chauhan" userId="bc59c218e3e1523e" providerId="LiveId" clId="{98C990A7-2917-4BC7-8DB5-839CFEDE3EB6}" dt="2025-11-04T18:43:10.551" v="699"/>
          <ac:graphicFrameMkLst>
            <pc:docMk/>
            <pc:sldMk cId="2739057980" sldId="2147472890"/>
            <ac:graphicFrameMk id="41" creationId="{3875B017-5EBD-5F55-F599-FB7EF3C36383}"/>
          </ac:graphicFrameMkLst>
        </pc:graphicFrameChg>
        <pc:graphicFrameChg chg="add">
          <ac:chgData name="Saurav Chauhan" userId="bc59c218e3e1523e" providerId="LiveId" clId="{98C990A7-2917-4BC7-8DB5-839CFEDE3EB6}" dt="2025-11-04T18:39:24.889" v="612"/>
          <ac:graphicFrameMkLst>
            <pc:docMk/>
            <pc:sldMk cId="2739057980" sldId="2147472890"/>
            <ac:graphicFrameMk id="42" creationId="{03702FE2-E18C-7B28-471A-0CC7E9D3F9F1}"/>
          </ac:graphicFrameMkLst>
        </pc:graphicFrameChg>
        <pc:graphicFrameChg chg="add">
          <ac:chgData name="Saurav Chauhan" userId="bc59c218e3e1523e" providerId="LiveId" clId="{98C990A7-2917-4BC7-8DB5-839CFEDE3EB6}" dt="2025-11-04T18:39:25.595" v="613"/>
          <ac:graphicFrameMkLst>
            <pc:docMk/>
            <pc:sldMk cId="2739057980" sldId="2147472890"/>
            <ac:graphicFrameMk id="43" creationId="{F58D430F-7727-F096-BD20-F21B47714845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40990D-BEE7-428F-BEA7-CD132BB126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23E916-9206-4359-A5EC-4DC511DE93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8190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23E916-9206-4359-A5EC-4DC511DE931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3377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1B442-9600-58A6-083C-FEAF89FA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3367D5-41DC-FF60-847F-17B75FF6C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3BB34-556E-0966-6F92-343A2AC25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81072-5C7B-4C40-8165-76D9C36DE56C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DDED5-CD05-6E65-1985-D622F59D8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8FDCA-3B05-FA1B-062B-D23F7C93F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D556-015B-4EF7-A85F-E45387836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5072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E716F-7201-0CB5-B8AB-EFDCA83F8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F5C2C-AD2D-3C26-9B54-DDA497A81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8E6A1-12C1-7C20-9B2B-65639F0DB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81072-5C7B-4C40-8165-76D9C36DE56C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E0D12-0E22-0FB7-1391-492751A5B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2111FD-D7C0-F51C-9805-08AEB4C73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D556-015B-4EF7-A85F-E45387836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8346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03BE3-659C-CD66-BCA4-9E0A8AEFC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CCA4C-AFBF-AB79-CDC0-9D7CD3360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20718-294B-4182-26D4-6EF5DC261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81072-5C7B-4C40-8165-76D9C36DE56C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1E70B-566B-5FFC-CF93-C50D0693E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91533-A6F2-7B20-6B2A-51208DA29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D556-015B-4EF7-A85F-E45387836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8386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920CA-CA81-5391-DBDC-37D39E907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5DF10-60AA-6CBD-D262-0286E3CF5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E78AE9-E06C-B75C-4C7A-CAF21E8250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E6C3E8-63CF-0ADA-76DC-0ADB1C1AA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81072-5C7B-4C40-8165-76D9C36DE56C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92FC2-7DFD-7FBA-DD89-B2236764E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4998A7-8965-2228-1304-FF77A6A7C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D556-015B-4EF7-A85F-E45387836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830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F94D3-791D-C891-471C-79EB71D67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AB38BE-7CEB-05E7-809D-AB1714823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EE680-0624-BF11-7E4E-C78412D023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042697-CE99-B4AF-24CF-BDB1CE42E7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6091B4-0D12-EC55-7F77-3C8359AE77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012F8D-6B04-FCBF-10DF-33FA531EF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81072-5C7B-4C40-8165-76D9C36DE56C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77E168-5B1B-3EC2-3498-1CE3F60E3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753F28-FAE5-8422-A041-BCB86185B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D556-015B-4EF7-A85F-E45387836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8338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D6749-CC26-6235-01AC-448812111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16E708-0854-F520-80EC-2941A4F1C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81072-5C7B-4C40-8165-76D9C36DE56C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04F4D-0A54-103E-12BE-C420D71D2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D56405-5921-2191-F877-D4F95A11B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D556-015B-4EF7-A85F-E45387836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0392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A82B95-8AE6-1067-D102-C7C843E3B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81072-5C7B-4C40-8165-76D9C36DE56C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EB5CA8-122D-50B8-9376-77C3FB8F1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A49215-2E39-61B5-66AF-4A7C18F31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D556-015B-4EF7-A85F-E45387836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2996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B6169-B55A-F156-7A53-712C909DA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210D9-5ED6-258C-9F23-7119F60D0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FDAC52-984A-7958-BB57-C528177E4E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6D48AD-271A-E5B9-9733-EA2DFBACF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81072-5C7B-4C40-8165-76D9C36DE56C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049782-4D31-F8F3-D2A6-89627CAA8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82C30F-9999-DC12-5922-D9C3CD430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D556-015B-4EF7-A85F-E45387836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3912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03B51-1F8D-1A06-067E-A3A0C7F08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290E75-A00D-547F-C47B-9E582F4273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D1BBA9-859E-55CA-7EFB-8AA65EFF3B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EFC35F-AD5E-6693-80D4-8D6C2C3B9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81072-5C7B-4C40-8165-76D9C36DE56C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897E06-BF9A-A5E9-3CF6-734A85607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3CAE4C-9D46-7D8B-8A82-F05776F18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D556-015B-4EF7-A85F-E45387836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072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617D8-E625-A649-4103-CB6BE3C23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A0F85F-006C-0F23-3CF0-D408E8DEFB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156EB-1553-6534-93E7-6C12019D3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81072-5C7B-4C40-8165-76D9C36DE56C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10FE81-665C-0E1F-8D03-825ECDD77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CC882C-61C6-DF94-5DFA-DB18C5671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D556-015B-4EF7-A85F-E45387836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9208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2C739E-F6FA-8D18-8930-B4FA8BD007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DAE97F-0C61-37D7-EF29-9962B3C5CB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47168-4B40-C3D8-6697-8CF6A2A01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81072-5C7B-4C40-8165-76D9C36DE56C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0AE27-A8C0-8242-EAE3-A0AE6D100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7364D-0A4F-C89E-73CD-43D9452D2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D556-015B-4EF7-A85F-E45387836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8404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776DAD-1FC4-CCB8-53E6-A84C007F4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3D253-F1F9-89E3-E3D7-4575EEBC9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8AFA3-748A-E9EE-E51E-D8E82AEF00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481072-5C7B-4C40-8165-76D9C36DE56C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17BA2-5D7C-F3B5-E4E0-B575D1F31C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6C372-1016-6DEC-B705-388795BE99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AFD556-015B-4EF7-A85F-E45387836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2664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80A2213-9191-FA18-A9D2-8F712EE7D87D}"/>
              </a:ext>
            </a:extLst>
          </p:cNvPr>
          <p:cNvSpPr txBox="1"/>
          <p:nvPr/>
        </p:nvSpPr>
        <p:spPr>
          <a:xfrm>
            <a:off x="574978" y="1085486"/>
            <a:ext cx="10798514" cy="242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lnSpc>
                <a:spcPct val="125000"/>
              </a:lnSpc>
              <a:buNone/>
            </a:pPr>
            <a:r>
              <a:rPr lang="en-US" sz="6000" b="0" i="0" u="none" strike="noStrike" dirty="0">
                <a:solidFill>
                  <a:srgbClr val="262626"/>
                </a:solidFill>
                <a:effectLst/>
                <a:latin typeface="Bahnschrift SemiBold SemiConden" panose="020B0502040204020203" pitchFamily="34" charset="0"/>
              </a:rPr>
              <a:t>Lecture-5</a:t>
            </a:r>
            <a:endParaRPr lang="en-US" sz="2000" b="0" dirty="0">
              <a:effectLst/>
              <a:latin typeface="Bahnschrift SemiBold SemiConden" panose="020B0502040204020203" pitchFamily="34" charset="0"/>
            </a:endParaRPr>
          </a:p>
          <a:p>
            <a:pPr>
              <a:lnSpc>
                <a:spcPct val="125000"/>
              </a:lnSpc>
              <a:buNone/>
            </a:pPr>
            <a:endParaRPr lang="en-US" sz="3200" b="1" dirty="0">
              <a:latin typeface="Bahnschrift SemiBold SemiConden" panose="020B0502040204020203" pitchFamily="34" charset="0"/>
            </a:endParaRPr>
          </a:p>
          <a:p>
            <a:pPr>
              <a:lnSpc>
                <a:spcPct val="125000"/>
              </a:lnSpc>
              <a:buNone/>
            </a:pPr>
            <a:endParaRPr lang="en-US" sz="3200" b="1" dirty="0">
              <a:latin typeface="Bahnschrift SemiBold SemiConden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0947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1C2B2B0-1801-E26B-4146-DBAB4371C7F6}"/>
              </a:ext>
            </a:extLst>
          </p:cNvPr>
          <p:cNvSpPr txBox="1"/>
          <p:nvPr/>
        </p:nvSpPr>
        <p:spPr>
          <a:xfrm>
            <a:off x="1616559" y="133027"/>
            <a:ext cx="102074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Template Literals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31B130-EA7C-5D2F-ADFE-20E09D049E20}"/>
              </a:ext>
            </a:extLst>
          </p:cNvPr>
          <p:cNvSpPr txBox="1"/>
          <p:nvPr/>
        </p:nvSpPr>
        <p:spPr>
          <a:xfrm>
            <a:off x="377787" y="1883327"/>
            <a:ext cx="11135787" cy="308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What Are Template Literals?</a:t>
            </a:r>
          </a:p>
          <a:p>
            <a:endParaRPr lang="en-US" b="1" dirty="0"/>
          </a:p>
          <a:p>
            <a:r>
              <a:rPr lang="en-US" sz="2000" dirty="0"/>
              <a:t>Template Literals are a modern way to work with strings in JavaScript. They were introduced in ES6 (ECMAScript 2015) and are defined using backticks (`) instead of single or double quotes.</a:t>
            </a:r>
          </a:p>
          <a:p>
            <a:pPr algn="just">
              <a:lnSpc>
                <a:spcPct val="150000"/>
              </a:lnSpc>
            </a:pPr>
            <a:endParaRPr lang="en-US" sz="2000" dirty="0"/>
          </a:p>
          <a:p>
            <a:pPr algn="just">
              <a:lnSpc>
                <a:spcPct val="150000"/>
              </a:lnSpc>
            </a:pPr>
            <a:r>
              <a:rPr lang="en-IN" sz="2000" dirty="0"/>
              <a:t>let message = `Hello, World!`;</a:t>
            </a:r>
          </a:p>
          <a:p>
            <a:pPr algn="just">
              <a:lnSpc>
                <a:spcPct val="150000"/>
              </a:lnSpc>
            </a:pPr>
            <a:r>
              <a:rPr lang="en-IN" sz="2000" dirty="0"/>
              <a:t>console.log(message);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6685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46F620-5371-9306-2C1D-A6DA09040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93D8D4-A0E4-B37A-8B1A-A29DABE03A35}"/>
              </a:ext>
            </a:extLst>
          </p:cNvPr>
          <p:cNvSpPr txBox="1"/>
          <p:nvPr/>
        </p:nvSpPr>
        <p:spPr>
          <a:xfrm>
            <a:off x="1616559" y="133027"/>
            <a:ext cx="102074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Template Literals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D44F9B-423B-8445-1065-065D9C98032D}"/>
              </a:ext>
            </a:extLst>
          </p:cNvPr>
          <p:cNvSpPr txBox="1"/>
          <p:nvPr/>
        </p:nvSpPr>
        <p:spPr>
          <a:xfrm>
            <a:off x="377787" y="1883327"/>
            <a:ext cx="3722265" cy="2338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let </a:t>
            </a:r>
            <a:r>
              <a:rPr lang="en-IN" sz="2000" dirty="0" err="1"/>
              <a:t>userName</a:t>
            </a:r>
            <a:r>
              <a:rPr lang="en-IN" sz="2000" dirty="0"/>
              <a:t> = “GLA University";</a:t>
            </a:r>
          </a:p>
          <a:p>
            <a:r>
              <a:rPr lang="en-IN" sz="2000" dirty="0"/>
              <a:t>let </a:t>
            </a:r>
            <a:r>
              <a:rPr lang="en-IN" sz="2000" dirty="0" err="1"/>
              <a:t>userRole</a:t>
            </a:r>
            <a:r>
              <a:rPr lang="en-IN" sz="2000" dirty="0"/>
              <a:t> = “Full Stack";</a:t>
            </a:r>
          </a:p>
          <a:p>
            <a:r>
              <a:rPr lang="en-IN" sz="2000" dirty="0"/>
              <a:t>let experience = 3;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Bahnschrift" panose="020B0502040204020203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2000" dirty="0">
              <a:latin typeface="Bahnschrift" panose="020B0502040204020203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2000" dirty="0">
              <a:latin typeface="Bahnschrif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184F6D-1BAE-866E-A5D3-63212EC4DDCF}"/>
              </a:ext>
            </a:extLst>
          </p:cNvPr>
          <p:cNvSpPr txBox="1"/>
          <p:nvPr/>
        </p:nvSpPr>
        <p:spPr>
          <a:xfrm>
            <a:off x="4640826" y="1736522"/>
            <a:ext cx="642046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/>
              <a:t>Old Way</a:t>
            </a:r>
          </a:p>
          <a:p>
            <a:endParaRPr lang="en-IN"/>
          </a:p>
          <a:p>
            <a:r>
              <a:rPr lang="en-IN"/>
              <a:t>let profileInfo = </a:t>
            </a:r>
          </a:p>
          <a:p>
            <a:r>
              <a:rPr lang="en-IN"/>
              <a:t>  "&lt;div class='card'&gt;" +</a:t>
            </a:r>
          </a:p>
          <a:p>
            <a:r>
              <a:rPr lang="en-IN"/>
              <a:t>    "&lt;h2&gt;" + userName + "&lt;/h2&gt;" +</a:t>
            </a:r>
          </a:p>
          <a:p>
            <a:r>
              <a:rPr lang="en-IN"/>
              <a:t>    "&lt;p&gt;Role: " + userRole + "&lt;/p&gt;" +</a:t>
            </a:r>
          </a:p>
          <a:p>
            <a:r>
              <a:rPr lang="en-IN"/>
              <a:t>    "&lt;p&gt;Experience: " + experience + " years&lt;/p&gt;" +</a:t>
            </a:r>
          </a:p>
          <a:p>
            <a:r>
              <a:rPr lang="en-IN"/>
              <a:t>  "&lt;/div&gt;";</a:t>
            </a:r>
          </a:p>
          <a:p>
            <a:endParaRPr lang="en-IN"/>
          </a:p>
          <a:p>
            <a:r>
              <a:rPr lang="en-IN"/>
              <a:t>console.log(profileInfo);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7281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EEF775-8009-0018-D8C9-36D2F91DD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F7E57E6-F1EC-B57B-671F-9D93FC9CB529}"/>
              </a:ext>
            </a:extLst>
          </p:cNvPr>
          <p:cNvSpPr txBox="1"/>
          <p:nvPr/>
        </p:nvSpPr>
        <p:spPr>
          <a:xfrm>
            <a:off x="1616559" y="133027"/>
            <a:ext cx="102074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Template Literals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2F9289-5D88-A952-97C8-5FD171F44E45}"/>
              </a:ext>
            </a:extLst>
          </p:cNvPr>
          <p:cNvSpPr txBox="1"/>
          <p:nvPr/>
        </p:nvSpPr>
        <p:spPr>
          <a:xfrm>
            <a:off x="377787" y="1883327"/>
            <a:ext cx="3722265" cy="2338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let </a:t>
            </a:r>
            <a:r>
              <a:rPr lang="en-IN" sz="2000" dirty="0" err="1"/>
              <a:t>userName</a:t>
            </a:r>
            <a:r>
              <a:rPr lang="en-IN" sz="2000" dirty="0"/>
              <a:t> = “GLA University";</a:t>
            </a:r>
          </a:p>
          <a:p>
            <a:r>
              <a:rPr lang="en-IN" sz="2000" dirty="0"/>
              <a:t>let </a:t>
            </a:r>
            <a:r>
              <a:rPr lang="en-IN" sz="2000" dirty="0" err="1"/>
              <a:t>userRole</a:t>
            </a:r>
            <a:r>
              <a:rPr lang="en-IN" sz="2000" dirty="0"/>
              <a:t> = “Full Stack";</a:t>
            </a:r>
          </a:p>
          <a:p>
            <a:r>
              <a:rPr lang="en-IN" sz="2000" dirty="0"/>
              <a:t>let experience = 3;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Bahnschrift" panose="020B0502040204020203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2000" dirty="0">
              <a:latin typeface="Bahnschrift" panose="020B0502040204020203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2000" dirty="0">
              <a:latin typeface="Bahnschrif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481EE3-EBE6-64DD-3308-BF12909BCE96}"/>
              </a:ext>
            </a:extLst>
          </p:cNvPr>
          <p:cNvSpPr txBox="1"/>
          <p:nvPr/>
        </p:nvSpPr>
        <p:spPr>
          <a:xfrm>
            <a:off x="4640826" y="1736522"/>
            <a:ext cx="642046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Modern JavaScript</a:t>
            </a:r>
          </a:p>
          <a:p>
            <a:endParaRPr lang="en-IN" b="1" dirty="0"/>
          </a:p>
          <a:p>
            <a:endParaRPr lang="en-IN" b="1" dirty="0"/>
          </a:p>
          <a:p>
            <a:r>
              <a:rPr lang="en-IN" b="1" dirty="0"/>
              <a:t>let </a:t>
            </a:r>
            <a:r>
              <a:rPr lang="en-IN" b="1" dirty="0" err="1"/>
              <a:t>profileInfo</a:t>
            </a:r>
            <a:r>
              <a:rPr lang="en-IN" b="1" dirty="0"/>
              <a:t> = `</a:t>
            </a:r>
          </a:p>
          <a:p>
            <a:r>
              <a:rPr lang="en-IN" b="1" dirty="0"/>
              <a:t>  &lt;div class="card"&gt;</a:t>
            </a:r>
          </a:p>
          <a:p>
            <a:r>
              <a:rPr lang="en-IN" b="1" dirty="0"/>
              <a:t>    &lt;h2&gt;${</a:t>
            </a:r>
            <a:r>
              <a:rPr lang="en-IN" b="1" dirty="0" err="1"/>
              <a:t>userName</a:t>
            </a:r>
            <a:r>
              <a:rPr lang="en-IN" b="1" dirty="0"/>
              <a:t>}&lt;/h2&gt;</a:t>
            </a:r>
          </a:p>
          <a:p>
            <a:r>
              <a:rPr lang="en-IN" b="1" dirty="0"/>
              <a:t>    &lt;p&gt;Role: ${</a:t>
            </a:r>
            <a:r>
              <a:rPr lang="en-IN" b="1" dirty="0" err="1"/>
              <a:t>userRole</a:t>
            </a:r>
            <a:r>
              <a:rPr lang="en-IN" b="1" dirty="0"/>
              <a:t>}&lt;/p&gt;</a:t>
            </a:r>
          </a:p>
          <a:p>
            <a:r>
              <a:rPr lang="en-IN" b="1" dirty="0"/>
              <a:t>    &lt;p&gt;Experience: ${experience} years&lt;/p&gt;</a:t>
            </a:r>
          </a:p>
          <a:p>
            <a:r>
              <a:rPr lang="en-IN" b="1" dirty="0"/>
              <a:t>  &lt;/div&gt;</a:t>
            </a:r>
          </a:p>
          <a:p>
            <a:r>
              <a:rPr lang="en-IN" b="1" dirty="0"/>
              <a:t>`;</a:t>
            </a:r>
          </a:p>
          <a:p>
            <a:endParaRPr lang="en-IN" b="1" dirty="0"/>
          </a:p>
          <a:p>
            <a:r>
              <a:rPr lang="en-IN" b="1" dirty="0"/>
              <a:t>console.log(</a:t>
            </a:r>
            <a:r>
              <a:rPr lang="en-IN" b="1" dirty="0" err="1"/>
              <a:t>profileInfo</a:t>
            </a:r>
            <a:r>
              <a:rPr lang="en-IN" b="1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357405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FB1DCC-6662-6B2D-AC07-B64439377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0B7A33-0E77-9E30-704E-7F75E64C8F20}"/>
              </a:ext>
            </a:extLst>
          </p:cNvPr>
          <p:cNvSpPr txBox="1"/>
          <p:nvPr/>
        </p:nvSpPr>
        <p:spPr>
          <a:xfrm>
            <a:off x="1622323" y="413000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AD4D2F7-A393-F911-1DA5-A55C2930F7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8088770"/>
              </p:ext>
            </p:extLst>
          </p:nvPr>
        </p:nvGraphicFramePr>
        <p:xfrm>
          <a:off x="838200" y="1348318"/>
          <a:ext cx="10515600" cy="268291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44048999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0143364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11619072"/>
                    </a:ext>
                  </a:extLst>
                </a:gridCol>
              </a:tblGrid>
              <a:tr h="53658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924184"/>
                  </a:ext>
                </a:extLst>
              </a:tr>
              <a:tr h="53658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3489653"/>
                  </a:ext>
                </a:extLst>
              </a:tr>
              <a:tr h="53658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5835380"/>
                  </a:ext>
                </a:extLst>
              </a:tr>
              <a:tr h="53658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8700876"/>
                  </a:ext>
                </a:extLst>
              </a:tr>
              <a:tr h="53658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571054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3CF528B-5F15-0A91-9CC1-ABCA53B6B4E1}"/>
              </a:ext>
            </a:extLst>
          </p:cNvPr>
          <p:cNvSpPr txBox="1"/>
          <p:nvPr/>
        </p:nvSpPr>
        <p:spPr>
          <a:xfrm>
            <a:off x="1897625" y="336444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Document Object (DOM)                         Dynamic User Profile Card (Using </a:t>
            </a:r>
            <a:r>
              <a:rPr lang="en-US" sz="2800" b="1" dirty="0">
                <a:latin typeface="Courier New" panose="02070309020205020404" pitchFamily="49" charset="0"/>
              </a:rPr>
              <a:t>${}</a:t>
            </a:r>
            <a:r>
              <a:rPr lang="en-US" sz="2800" b="1" dirty="0"/>
              <a:t>)</a:t>
            </a:r>
            <a:endParaRPr lang="en-IN" sz="2800" b="1" dirty="0"/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3875B017-5EBD-5F55-F599-FB7EF3C363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758661"/>
              </p:ext>
            </p:extLst>
          </p:nvPr>
        </p:nvGraphicFramePr>
        <p:xfrm>
          <a:off x="838199" y="1825625"/>
          <a:ext cx="11029336" cy="5067368"/>
        </p:xfrm>
        <a:graphic>
          <a:graphicData uri="http://schemas.openxmlformats.org/drawingml/2006/table">
            <a:tbl>
              <a:tblPr/>
              <a:tblGrid>
                <a:gridCol w="5514668">
                  <a:extLst>
                    <a:ext uri="{9D8B030D-6E8A-4147-A177-3AD203B41FA5}">
                      <a16:colId xmlns:a16="http://schemas.microsoft.com/office/drawing/2014/main" val="319322729"/>
                    </a:ext>
                  </a:extLst>
                </a:gridCol>
                <a:gridCol w="5514668">
                  <a:extLst>
                    <a:ext uri="{9D8B030D-6E8A-4147-A177-3AD203B41FA5}">
                      <a16:colId xmlns:a16="http://schemas.microsoft.com/office/drawing/2014/main" val="390335640"/>
                    </a:ext>
                  </a:extLst>
                </a:gridCol>
              </a:tblGrid>
              <a:tr h="1390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&lt;div id="Container"&gt;&lt;/div&gt;</a:t>
                      </a:r>
                    </a:p>
                    <a:p>
                      <a:pPr>
                        <a:buNone/>
                      </a:pPr>
                      <a:endParaRPr lang="en-IN" b="1" dirty="0"/>
                    </a:p>
                    <a:p>
                      <a:pPr>
                        <a:buNone/>
                      </a:pPr>
                      <a:r>
                        <a:rPr lang="en-IN" b="1" dirty="0"/>
                        <a:t>&lt;script&gt;</a:t>
                      </a:r>
                    </a:p>
                    <a:p>
                      <a:pPr>
                        <a:buNone/>
                      </a:pPr>
                      <a:endParaRPr lang="en-IN" b="1" dirty="0"/>
                    </a:p>
                    <a:p>
                      <a:pPr>
                        <a:buNone/>
                      </a:pPr>
                      <a:r>
                        <a:rPr lang="en-IN" b="1" dirty="0" err="1"/>
                        <a:t>document.getElementById</a:t>
                      </a:r>
                      <a:r>
                        <a:rPr lang="en-IN" b="1" dirty="0"/>
                        <a:t>("Container").</a:t>
                      </a:r>
                      <a:r>
                        <a:rPr lang="en-IN" b="1" dirty="0" err="1"/>
                        <a:t>innerHTML</a:t>
                      </a:r>
                      <a:r>
                        <a:rPr lang="en-IN" b="1" dirty="0"/>
                        <a:t> = </a:t>
                      </a:r>
                      <a:r>
                        <a:rPr lang="en-IN" b="1" dirty="0" err="1"/>
                        <a:t>profileInfo</a:t>
                      </a:r>
                      <a:r>
                        <a:rPr lang="en-IN" b="1" dirty="0"/>
                        <a:t>;</a:t>
                      </a:r>
                    </a:p>
                    <a:p>
                      <a:pPr>
                        <a:buNone/>
                      </a:pPr>
                      <a:endParaRPr lang="en-IN" b="1" dirty="0"/>
                    </a:p>
                    <a:p>
                      <a:pPr>
                        <a:buNone/>
                      </a:pPr>
                      <a:r>
                        <a:rPr lang="en-IN" b="1" dirty="0"/>
                        <a:t>&lt;/script&gt;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8337266"/>
                  </a:ext>
                </a:extLst>
              </a:tr>
              <a:tr h="139068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6034254"/>
                  </a:ext>
                </a:extLst>
              </a:tr>
              <a:tr h="139068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618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9057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644AA1-F1BF-B99B-56BB-53AACA2EF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E815352-A235-3A96-F047-5395F80FAEA3}"/>
              </a:ext>
            </a:extLst>
          </p:cNvPr>
          <p:cNvSpPr txBox="1"/>
          <p:nvPr/>
        </p:nvSpPr>
        <p:spPr>
          <a:xfrm>
            <a:off x="707922" y="1031991"/>
            <a:ext cx="10078066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AutoNum type="arabicPeriod"/>
            </a:pPr>
            <a:r>
              <a:rPr lang="en-US" b="1" i="0" dirty="0">
                <a:solidFill>
                  <a:srgbClr val="09090B"/>
                </a:solidFill>
                <a:effectLst/>
                <a:latin typeface="Arial" panose="020B0604020202020204" pitchFamily="34" charset="0"/>
              </a:rPr>
              <a:t>String Interpolation (Embedding Variables)</a:t>
            </a:r>
          </a:p>
          <a:p>
            <a:pPr algn="l"/>
            <a:endParaRPr lang="en-US" b="1" i="0" dirty="0">
              <a:solidFill>
                <a:srgbClr val="09090B"/>
              </a:solidFill>
              <a:effectLst/>
              <a:latin typeface="Arial" panose="020B0604020202020204" pitchFamily="34" charset="0"/>
            </a:endParaRPr>
          </a:p>
          <a:p>
            <a:pPr algn="l">
              <a:buNone/>
            </a:pPr>
            <a:r>
              <a:rPr lang="en-US" b="0" i="0" dirty="0">
                <a:effectLst/>
                <a:latin typeface="Arial" panose="020B0604020202020204" pitchFamily="34" charset="0"/>
              </a:rPr>
              <a:t>Before template literals, if you wanted to include variables in a string, you’d have to concatenate them using the </a:t>
            </a:r>
            <a:r>
              <a:rPr lang="en-US" b="0" i="0" dirty="0">
                <a:effectLst/>
                <a:latin typeface="ui-monospace"/>
              </a:rPr>
              <a:t>+</a:t>
            </a:r>
            <a:r>
              <a:rPr lang="en-US" b="0" i="0" dirty="0">
                <a:effectLst/>
                <a:latin typeface="Arial" panose="020B0604020202020204" pitchFamily="34" charset="0"/>
              </a:rPr>
              <a:t> operator like this:</a:t>
            </a:r>
          </a:p>
          <a:p>
            <a:pPr algn="l">
              <a:buNone/>
            </a:pPr>
            <a:endParaRPr lang="en-US" dirty="0">
              <a:latin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</a:rPr>
              <a:t>let name = "Abhinav";</a:t>
            </a:r>
          </a:p>
          <a:p>
            <a:r>
              <a:rPr lang="en-US" dirty="0">
                <a:latin typeface="Arial" panose="020B0604020202020204" pitchFamily="34" charset="0"/>
              </a:rPr>
              <a:t>let greeting = "Hello, " + name + "! Welcome to JavaScript.";</a:t>
            </a:r>
          </a:p>
          <a:p>
            <a:r>
              <a:rPr lang="en-US" dirty="0">
                <a:latin typeface="Arial" panose="020B0604020202020204" pitchFamily="34" charset="0"/>
              </a:rPr>
              <a:t>console.log(greeting);</a:t>
            </a:r>
          </a:p>
          <a:p>
            <a:endParaRPr lang="en-US" b="0" i="0" dirty="0">
              <a:effectLst/>
              <a:latin typeface="Arial" panose="020B0604020202020204" pitchFamily="34" charset="0"/>
            </a:endParaRPr>
          </a:p>
          <a:p>
            <a:r>
              <a:rPr lang="en-US" b="1" dirty="0"/>
              <a:t>With template literals, you can directly embed variables or expressions using ${} — no need for messy concatenation.</a:t>
            </a:r>
          </a:p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</a:rPr>
              <a:t>let name = "Abhinav";</a:t>
            </a:r>
          </a:p>
          <a:p>
            <a:r>
              <a:rPr lang="en-US" b="1" dirty="0">
                <a:latin typeface="Arial" panose="020B0604020202020204" pitchFamily="34" charset="0"/>
              </a:rPr>
              <a:t>let greeting = `Hello, ${name}! Welcome to JavaScript.`;</a:t>
            </a:r>
          </a:p>
          <a:p>
            <a:r>
              <a:rPr lang="en-US" b="1" dirty="0">
                <a:latin typeface="Arial" panose="020B0604020202020204" pitchFamily="34" charset="0"/>
              </a:rPr>
              <a:t>console.log(greeting);</a:t>
            </a:r>
          </a:p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>
                <a:latin typeface="geistMono"/>
              </a:rPr>
              <a:t>let a = 10;</a:t>
            </a:r>
          </a:p>
          <a:p>
            <a:r>
              <a:rPr lang="en-US" b="1" dirty="0">
                <a:latin typeface="geistMono"/>
              </a:rPr>
              <a:t>let b = 5;</a:t>
            </a:r>
          </a:p>
          <a:p>
            <a:r>
              <a:rPr lang="en-US" b="1" dirty="0">
                <a:latin typeface="geistMono"/>
              </a:rPr>
              <a:t>console.log(`The sum of ${a} and ${b} is ${a + b}.`);</a:t>
            </a:r>
            <a:endParaRPr lang="en-IN" b="1" dirty="0"/>
          </a:p>
          <a:p>
            <a:endParaRPr lang="en-US" b="1" i="0" dirty="0">
              <a:effectLst/>
              <a:latin typeface="Arial" panose="020B0604020202020204" pitchFamily="34" charset="0"/>
            </a:endParaRPr>
          </a:p>
          <a:p>
            <a:endParaRPr lang="en-US" b="1" i="0" dirty="0"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37328C-B93F-38D3-E23C-33068CC4626A}"/>
              </a:ext>
            </a:extLst>
          </p:cNvPr>
          <p:cNvSpPr txBox="1"/>
          <p:nvPr/>
        </p:nvSpPr>
        <p:spPr>
          <a:xfrm>
            <a:off x="1750142" y="33644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9090B"/>
                </a:solidFill>
                <a:effectLst/>
                <a:latin typeface="Arial" panose="020B0604020202020204" pitchFamily="34" charset="0"/>
              </a:rPr>
              <a:t>Embedding Variables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6405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18C9E1-15CB-8047-5E7E-92DB424FA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6A03E0A-9D8C-9B77-8E2B-47C537721B3D}"/>
              </a:ext>
            </a:extLst>
          </p:cNvPr>
          <p:cNvSpPr txBox="1"/>
          <p:nvPr/>
        </p:nvSpPr>
        <p:spPr>
          <a:xfrm>
            <a:off x="1248696" y="1314527"/>
            <a:ext cx="1013705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i="0" dirty="0">
                <a:effectLst/>
                <a:latin typeface="Arial" panose="020B0604020202020204" pitchFamily="34" charset="0"/>
              </a:rPr>
              <a:t>Writing multi-line strings used to be painful before ES6. You had to use the newline character </a:t>
            </a:r>
            <a:r>
              <a:rPr lang="en-US" i="0" dirty="0">
                <a:effectLst/>
                <a:latin typeface="ui-monospace"/>
              </a:rPr>
              <a:t>\n</a:t>
            </a:r>
            <a:r>
              <a:rPr lang="en-US" i="0" dirty="0">
                <a:effectLst/>
                <a:latin typeface="Arial" panose="020B0604020202020204" pitchFamily="34" charset="0"/>
              </a:rPr>
              <a:t> or string concatenation.</a:t>
            </a:r>
          </a:p>
          <a:p>
            <a:pPr algn="l">
              <a:buNone/>
            </a:pPr>
            <a:endParaRPr lang="en-US" i="0" dirty="0">
              <a:effectLst/>
              <a:latin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</a:rPr>
              <a:t>let </a:t>
            </a:r>
            <a:r>
              <a:rPr lang="en-US" dirty="0" err="1">
                <a:latin typeface="Arial" panose="020B0604020202020204" pitchFamily="34" charset="0"/>
              </a:rPr>
              <a:t>oldWay</a:t>
            </a:r>
            <a:r>
              <a:rPr lang="en-US" dirty="0">
                <a:latin typeface="Arial" panose="020B0604020202020204" pitchFamily="34" charset="0"/>
              </a:rPr>
              <a:t> = "This is line 1.\n" + </a:t>
            </a:r>
          </a:p>
          <a:p>
            <a:r>
              <a:rPr lang="en-US" dirty="0">
                <a:latin typeface="Arial" panose="020B0604020202020204" pitchFamily="34" charset="0"/>
              </a:rPr>
              <a:t>                      "This is line 2.\n" + </a:t>
            </a:r>
          </a:p>
          <a:p>
            <a:r>
              <a:rPr lang="en-US" dirty="0">
                <a:latin typeface="Arial" panose="020B0604020202020204" pitchFamily="34" charset="0"/>
              </a:rPr>
              <a:t>                       "This is line 3.";</a:t>
            </a:r>
          </a:p>
          <a:p>
            <a:r>
              <a:rPr lang="en-US" dirty="0">
                <a:latin typeface="Arial" panose="020B0604020202020204" pitchFamily="34" charset="0"/>
              </a:rPr>
              <a:t>console.log(</a:t>
            </a:r>
            <a:r>
              <a:rPr lang="en-US" dirty="0" err="1">
                <a:latin typeface="Arial" panose="020B0604020202020204" pitchFamily="34" charset="0"/>
              </a:rPr>
              <a:t>oldWay</a:t>
            </a:r>
            <a:r>
              <a:rPr lang="en-US" dirty="0">
                <a:latin typeface="Arial" panose="020B0604020202020204" pitchFamily="34" charset="0"/>
              </a:rPr>
              <a:t>);</a:t>
            </a:r>
          </a:p>
          <a:p>
            <a:endParaRPr lang="en-US" b="1" i="0" dirty="0">
              <a:effectLst/>
              <a:latin typeface="Arial" panose="020B0604020202020204" pitchFamily="34" charset="0"/>
            </a:endParaRPr>
          </a:p>
          <a:p>
            <a:r>
              <a:rPr lang="en-US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With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template literals</a:t>
            </a:r>
          </a:p>
          <a:p>
            <a:endParaRPr lang="en-IN" b="1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let message = `This is line 1.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This is line 2.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This is line 3.`;</a:t>
            </a: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console.log(message);</a:t>
            </a:r>
            <a:endParaRPr lang="en-US" b="1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FE12BE-F083-62FB-096A-097006AE9669}"/>
              </a:ext>
            </a:extLst>
          </p:cNvPr>
          <p:cNvSpPr txBox="1"/>
          <p:nvPr/>
        </p:nvSpPr>
        <p:spPr>
          <a:xfrm>
            <a:off x="1789471" y="3561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rgbClr val="09090B"/>
                </a:solidFill>
                <a:effectLst/>
                <a:latin typeface="Arial" panose="020B0604020202020204" pitchFamily="34" charset="0"/>
              </a:rPr>
              <a:t>2. Multi-line Strings</a:t>
            </a:r>
          </a:p>
        </p:txBody>
      </p:sp>
    </p:spTree>
    <p:extLst>
      <p:ext uri="{BB962C8B-B14F-4D97-AF65-F5344CB8AC3E}">
        <p14:creationId xmlns:p14="http://schemas.microsoft.com/office/powerpoint/2010/main" val="3283147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E5638B-965D-E0CF-EA27-E1BC79B2D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301BCF-17EB-B5AF-6DB7-44610C41595D}"/>
              </a:ext>
            </a:extLst>
          </p:cNvPr>
          <p:cNvSpPr txBox="1"/>
          <p:nvPr/>
        </p:nvSpPr>
        <p:spPr>
          <a:xfrm>
            <a:off x="1818968" y="178280"/>
            <a:ext cx="762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rgbClr val="09090B"/>
                </a:solidFill>
                <a:effectLst/>
                <a:latin typeface="Arial" panose="020B0604020202020204" pitchFamily="34" charset="0"/>
              </a:rPr>
              <a:t>3. Expressions and Function Calls Inside Template Literals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626FE8-8147-3F46-3D7B-2264D3E6656D}"/>
              </a:ext>
            </a:extLst>
          </p:cNvPr>
          <p:cNvSpPr txBox="1"/>
          <p:nvPr/>
        </p:nvSpPr>
        <p:spPr>
          <a:xfrm>
            <a:off x="1012721" y="1182018"/>
            <a:ext cx="823943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b="1" i="0" dirty="0">
                <a:solidFill>
                  <a:srgbClr val="09090B"/>
                </a:solidFill>
                <a:effectLst/>
                <a:latin typeface="Arial" panose="020B0604020202020204" pitchFamily="34" charset="0"/>
              </a:rPr>
              <a:t>Example 1 – Function Call:</a:t>
            </a:r>
          </a:p>
          <a:p>
            <a:pPr algn="l">
              <a:buNone/>
            </a:pPr>
            <a:endParaRPr lang="en-IN" b="1" dirty="0">
              <a:solidFill>
                <a:srgbClr val="09090B"/>
              </a:solidFill>
              <a:latin typeface="Arial" panose="020B0604020202020204" pitchFamily="34" charset="0"/>
            </a:endParaRPr>
          </a:p>
          <a:p>
            <a:r>
              <a:rPr lang="en-US" b="1" dirty="0">
                <a:solidFill>
                  <a:srgbClr val="09090B"/>
                </a:solidFill>
                <a:latin typeface="Arial" panose="020B0604020202020204" pitchFamily="34" charset="0"/>
              </a:rPr>
              <a:t>function greet(name) {</a:t>
            </a:r>
          </a:p>
          <a:p>
            <a:r>
              <a:rPr lang="en-US" b="1" dirty="0">
                <a:solidFill>
                  <a:srgbClr val="09090B"/>
                </a:solidFill>
                <a:latin typeface="Arial" panose="020B0604020202020204" pitchFamily="34" charset="0"/>
              </a:rPr>
              <a:t>  return `Hello, ${name}!`;</a:t>
            </a:r>
          </a:p>
          <a:p>
            <a:r>
              <a:rPr lang="en-US" b="1" dirty="0">
                <a:solidFill>
                  <a:srgbClr val="09090B"/>
                </a:solidFill>
                <a:latin typeface="Arial" panose="020B0604020202020204" pitchFamily="34" charset="0"/>
              </a:rPr>
              <a:t>}</a:t>
            </a:r>
          </a:p>
          <a:p>
            <a:r>
              <a:rPr lang="en-US" b="1" dirty="0">
                <a:solidFill>
                  <a:srgbClr val="09090B"/>
                </a:solidFill>
                <a:latin typeface="Arial" panose="020B0604020202020204" pitchFamily="34" charset="0"/>
              </a:rPr>
              <a:t>console.log(`${greet("Abhinav")}, how are you today?`);</a:t>
            </a:r>
          </a:p>
          <a:p>
            <a:endParaRPr lang="en-US" b="1" i="0" dirty="0">
              <a:solidFill>
                <a:srgbClr val="09090B"/>
              </a:solidFill>
              <a:effectLst/>
              <a:latin typeface="Arial" panose="020B0604020202020204" pitchFamily="34" charset="0"/>
            </a:endParaRPr>
          </a:p>
          <a:p>
            <a:endParaRPr lang="en-US" b="1" dirty="0">
              <a:solidFill>
                <a:srgbClr val="09090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Example 2 – Conditional Expressions:</a:t>
            </a:r>
          </a:p>
          <a:p>
            <a:endParaRPr lang="en-IN" b="1" dirty="0"/>
          </a:p>
          <a:p>
            <a:r>
              <a:rPr lang="en-US" b="1" dirty="0">
                <a:solidFill>
                  <a:srgbClr val="09090B"/>
                </a:solidFill>
                <a:latin typeface="Arial" panose="020B0604020202020204" pitchFamily="34" charset="0"/>
              </a:rPr>
              <a:t>let marks = 85;</a:t>
            </a:r>
          </a:p>
          <a:p>
            <a:r>
              <a:rPr lang="en-US" b="1" dirty="0">
                <a:solidFill>
                  <a:srgbClr val="09090B"/>
                </a:solidFill>
                <a:latin typeface="Arial" panose="020B0604020202020204" pitchFamily="34" charset="0"/>
              </a:rPr>
              <a:t>console.log(`You have ${marks &gt;= 40 ? "passed" : "failed"} the exam.`);</a:t>
            </a:r>
          </a:p>
          <a:p>
            <a:endParaRPr lang="en-US" b="1" i="0" dirty="0">
              <a:solidFill>
                <a:srgbClr val="09090B"/>
              </a:solidFill>
              <a:effectLst/>
              <a:latin typeface="Arial" panose="020B0604020202020204" pitchFamily="34" charset="0"/>
            </a:endParaRPr>
          </a:p>
          <a:p>
            <a:endParaRPr lang="en-IN" b="1" i="0" dirty="0">
              <a:solidFill>
                <a:srgbClr val="09090B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9348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63FB39-AB9E-ED1D-FFD7-DCBCC6637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2148AC-8643-F34F-FC1C-48E8985FDD76}"/>
              </a:ext>
            </a:extLst>
          </p:cNvPr>
          <p:cNvSpPr txBox="1"/>
          <p:nvPr/>
        </p:nvSpPr>
        <p:spPr>
          <a:xfrm>
            <a:off x="1882878" y="237274"/>
            <a:ext cx="762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4. Nesting Template Literals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DFAC9B-6A87-EACD-B900-B1E9B232AC55}"/>
              </a:ext>
            </a:extLst>
          </p:cNvPr>
          <p:cNvSpPr txBox="1"/>
          <p:nvPr/>
        </p:nvSpPr>
        <p:spPr>
          <a:xfrm>
            <a:off x="2163097" y="2413337"/>
            <a:ext cx="654828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let product = "Laptop";</a:t>
            </a:r>
          </a:p>
          <a:p>
            <a:r>
              <a:rPr lang="en-IN" dirty="0"/>
              <a:t>let price = 75000;</a:t>
            </a:r>
          </a:p>
          <a:p>
            <a:endParaRPr lang="en-IN" dirty="0"/>
          </a:p>
          <a:p>
            <a:r>
              <a:rPr lang="en-IN" dirty="0"/>
              <a:t>let message = `The product "${product}" costs ₹${price}.</a:t>
            </a:r>
          </a:p>
          <a:p>
            <a:r>
              <a:rPr lang="en-IN" dirty="0"/>
              <a:t>${price &gt; 50000 ? "It's a premium item." : "It's affordable."}`;</a:t>
            </a:r>
          </a:p>
          <a:p>
            <a:endParaRPr lang="en-IN" dirty="0"/>
          </a:p>
          <a:p>
            <a:r>
              <a:rPr lang="en-IN" dirty="0"/>
              <a:t>console.log(message);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869A57-D836-1BD4-B10F-A31B9EFD49BD}"/>
              </a:ext>
            </a:extLst>
          </p:cNvPr>
          <p:cNvSpPr txBox="1"/>
          <p:nvPr/>
        </p:nvSpPr>
        <p:spPr>
          <a:xfrm>
            <a:off x="2035277" y="118680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</a:rPr>
              <a:t>U</a:t>
            </a:r>
            <a:r>
              <a:rPr lang="en-US" b="1" i="0" dirty="0">
                <a:effectLst/>
                <a:latin typeface="Arial" panose="020B0604020202020204" pitchFamily="34" charset="0"/>
              </a:rPr>
              <a:t>seful when building dynamic content or HTML templates.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363358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D10996-B8B3-07AA-8174-F0F859DF7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0D2930-2C8D-A485-98CB-DED18670D3F9}"/>
              </a:ext>
            </a:extLst>
          </p:cNvPr>
          <p:cNvSpPr txBox="1"/>
          <p:nvPr/>
        </p:nvSpPr>
        <p:spPr>
          <a:xfrm>
            <a:off x="1804220" y="247106"/>
            <a:ext cx="762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5. Template Literals in HTML Templates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17F710-B257-4242-BFA3-0470318E89B2}"/>
              </a:ext>
            </a:extLst>
          </p:cNvPr>
          <p:cNvSpPr txBox="1"/>
          <p:nvPr/>
        </p:nvSpPr>
        <p:spPr>
          <a:xfrm>
            <a:off x="1435509" y="1348318"/>
            <a:ext cx="941930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Template literals are especially handy when generating </a:t>
            </a:r>
            <a:r>
              <a:rPr lang="en-US" b="1" i="0" dirty="0">
                <a:effectLst/>
                <a:latin typeface="Arial" panose="020B0604020202020204" pitchFamily="34" charset="0"/>
              </a:rPr>
              <a:t>HTML code dynamically</a:t>
            </a:r>
            <a:r>
              <a:rPr lang="en-US" b="0" i="0" dirty="0">
                <a:effectLst/>
                <a:latin typeface="Arial" panose="020B0604020202020204" pitchFamily="34" charset="0"/>
              </a:rPr>
              <a:t> in JavaScript.</a:t>
            </a:r>
          </a:p>
          <a:p>
            <a:endParaRPr lang="en-US" dirty="0">
              <a:latin typeface="Arial" panose="020B0604020202020204" pitchFamily="34" charset="0"/>
            </a:endParaRPr>
          </a:p>
          <a:p>
            <a:r>
              <a:rPr lang="en-IN" b="1" dirty="0"/>
              <a:t>let name = “Sam";</a:t>
            </a:r>
          </a:p>
          <a:p>
            <a:r>
              <a:rPr lang="en-IN" b="1" dirty="0"/>
              <a:t>let age = 22;</a:t>
            </a:r>
          </a:p>
          <a:p>
            <a:endParaRPr lang="en-IN" b="1" dirty="0"/>
          </a:p>
          <a:p>
            <a:r>
              <a:rPr lang="en-IN" b="1" dirty="0"/>
              <a:t>let html = `</a:t>
            </a:r>
          </a:p>
          <a:p>
            <a:r>
              <a:rPr lang="en-IN" b="1" dirty="0"/>
              <a:t>  &lt;div&gt;</a:t>
            </a:r>
          </a:p>
          <a:p>
            <a:r>
              <a:rPr lang="en-IN" b="1" dirty="0"/>
              <a:t>    &lt;h2&gt;${name}&lt;/h2&gt;</a:t>
            </a:r>
          </a:p>
          <a:p>
            <a:r>
              <a:rPr lang="en-IN" b="1" dirty="0"/>
              <a:t>    &lt;p&gt;Age: ${age}&lt;/p&gt;</a:t>
            </a:r>
          </a:p>
          <a:p>
            <a:r>
              <a:rPr lang="en-IN" b="1" dirty="0"/>
              <a:t>  &lt;/div&gt;</a:t>
            </a:r>
          </a:p>
          <a:p>
            <a:r>
              <a:rPr lang="en-IN" b="1" dirty="0"/>
              <a:t>`;</a:t>
            </a:r>
          </a:p>
          <a:p>
            <a:endParaRPr lang="en-IN" b="1" dirty="0"/>
          </a:p>
          <a:p>
            <a:r>
              <a:rPr lang="en-IN" b="1" dirty="0"/>
              <a:t>console.log(html);</a:t>
            </a:r>
          </a:p>
        </p:txBody>
      </p:sp>
    </p:spTree>
    <p:extLst>
      <p:ext uri="{BB962C8B-B14F-4D97-AF65-F5344CB8AC3E}">
        <p14:creationId xmlns:p14="http://schemas.microsoft.com/office/powerpoint/2010/main" val="2130509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260356-C537-FCBD-3574-222A83837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7E2D18-C541-9E5E-021C-1BB15D06EB3C}"/>
              </a:ext>
            </a:extLst>
          </p:cNvPr>
          <p:cNvSpPr txBox="1"/>
          <p:nvPr/>
        </p:nvSpPr>
        <p:spPr>
          <a:xfrm>
            <a:off x="1435509" y="1348318"/>
            <a:ext cx="941930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Output:</a:t>
            </a:r>
          </a:p>
          <a:p>
            <a:endParaRPr lang="en-IN" b="1" dirty="0"/>
          </a:p>
          <a:p>
            <a:r>
              <a:rPr lang="pt-BR" b="1" dirty="0"/>
              <a:t>&lt;div&gt;</a:t>
            </a:r>
          </a:p>
          <a:p>
            <a:r>
              <a:rPr lang="pt-BR" b="1" dirty="0"/>
              <a:t>  &lt;h2&gt;Sam&lt;/h2&gt;</a:t>
            </a:r>
          </a:p>
          <a:p>
            <a:r>
              <a:rPr lang="pt-BR" b="1" dirty="0"/>
              <a:t>  &lt;p&gt;Age: 22&lt;/p&gt;</a:t>
            </a:r>
          </a:p>
          <a:p>
            <a:r>
              <a:rPr lang="pt-BR" b="1" dirty="0"/>
              <a:t>&lt;/div&gt;</a:t>
            </a:r>
            <a:endParaRPr lang="en-IN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263A1A-5853-A107-830D-796F9A4E117A}"/>
              </a:ext>
            </a:extLst>
          </p:cNvPr>
          <p:cNvSpPr txBox="1"/>
          <p:nvPr/>
        </p:nvSpPr>
        <p:spPr>
          <a:xfrm>
            <a:off x="1622323" y="413000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48660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CE5D39-F755-E429-73AD-9B8508646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F9CBF-46AF-49F4-2F6D-A544646ADD50}"/>
              </a:ext>
            </a:extLst>
          </p:cNvPr>
          <p:cNvSpPr txBox="1"/>
          <p:nvPr/>
        </p:nvSpPr>
        <p:spPr>
          <a:xfrm>
            <a:off x="1622323" y="413000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9E08256-D570-F3FB-7484-B3EAF04F07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032271"/>
              </p:ext>
            </p:extLst>
          </p:nvPr>
        </p:nvGraphicFramePr>
        <p:xfrm>
          <a:off x="838200" y="1348318"/>
          <a:ext cx="10515600" cy="268291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44048999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0143364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11619072"/>
                    </a:ext>
                  </a:extLst>
                </a:gridCol>
              </a:tblGrid>
              <a:tr h="536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Using </a:t>
                      </a:r>
                      <a:r>
                        <a:rPr lang="en-IN" b="1">
                          <a:latin typeface="Courier New" panose="02070309020205020404" pitchFamily="49" charset="0"/>
                        </a:rPr>
                        <a:t>+</a:t>
                      </a:r>
                      <a:endParaRPr lang="en-IN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Using </a:t>
                      </a:r>
                      <a:r>
                        <a:rPr lang="en-IN" b="1" dirty="0">
                          <a:latin typeface="Courier New" panose="02070309020205020404" pitchFamily="49" charset="0"/>
                        </a:rPr>
                        <a:t>${}</a:t>
                      </a:r>
                      <a:endParaRPr lang="en-IN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924184"/>
                  </a:ext>
                </a:extLst>
              </a:tr>
              <a:tr h="536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Readability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Easy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3489653"/>
                  </a:ext>
                </a:extLst>
              </a:tr>
              <a:tr h="536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Supports expressions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Limited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5835380"/>
                  </a:ext>
                </a:extLst>
              </a:tr>
              <a:tr h="536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Multi-line 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8700876"/>
                  </a:ext>
                </a:extLst>
              </a:tr>
              <a:tr h="536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Real-world 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Outdated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Modern standard (ES6+)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57105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1515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853</TotalTime>
  <Words>739</Words>
  <Application>Microsoft Office PowerPoint</Application>
  <PresentationFormat>Widescreen</PresentationFormat>
  <Paragraphs>142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Arial</vt:lpstr>
      <vt:lpstr>Bahnschrift</vt:lpstr>
      <vt:lpstr>Bahnschrift SemiBold SemiConden</vt:lpstr>
      <vt:lpstr>Calibri</vt:lpstr>
      <vt:lpstr>Calibri Light</vt:lpstr>
      <vt:lpstr>Courier New</vt:lpstr>
      <vt:lpstr>geistMono</vt:lpstr>
      <vt:lpstr>Times New Roman</vt:lpstr>
      <vt:lpstr>ui-monospace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Rajdeep Deb</dc:creator>
  <cp:lastModifiedBy>Saurav Chauhan</cp:lastModifiedBy>
  <cp:revision>10</cp:revision>
  <dcterms:created xsi:type="dcterms:W3CDTF">2025-05-07T07:26:15Z</dcterms:created>
  <dcterms:modified xsi:type="dcterms:W3CDTF">2025-11-04T18:46:13Z</dcterms:modified>
</cp:coreProperties>
</file>